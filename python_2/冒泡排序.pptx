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4D2E8A-A81D-617C-8131-364041F62A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E7BE127-5423-2FA6-9B4E-55C46D2B52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BAB6D07-7444-258B-7505-881DD827D1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79D7E-A081-42D4-A816-8CB0D7B2430A}" type="datetimeFigureOut">
              <a:rPr lang="zh-CN" altLang="en-US" smtClean="0"/>
              <a:t>2022/5/15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E97589F-2DA5-618F-B144-20CEA16B0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8733B7C-C728-E099-FD53-DEEC817AD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4579BF-FEAD-41C3-AC6F-F04121756B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062882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7E05F4-EDCC-3E89-749A-BF52A82C0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4B80DF9-AA32-5E26-D940-0D875B351E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19FB3A8-DD8E-B89F-8354-B689C18B4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79D7E-A081-42D4-A816-8CB0D7B2430A}" type="datetimeFigureOut">
              <a:rPr lang="zh-CN" altLang="en-US" smtClean="0"/>
              <a:t>2022/5/15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2B657CF-A88B-D56B-1D62-1105E86F0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F26D414-5C16-C185-EA75-7E431BB82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4579BF-FEAD-41C3-AC6F-F04121756B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046399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8AB573-A6B4-0E04-C13B-D240683F3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E712326-0DF7-FA37-B607-2D279E918B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2593ACA-3CE4-165E-8128-4C5F40166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79D7E-A081-42D4-A816-8CB0D7B2430A}" type="datetimeFigureOut">
              <a:rPr lang="zh-CN" altLang="en-US" smtClean="0"/>
              <a:t>2022/5/15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13DBBC0-D2AB-3DF4-7C28-4615030B0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72CC174-AECE-BC29-312A-169B34805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4579BF-FEAD-41C3-AC6F-F04121756B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967560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EC26A2-1D27-E46A-9663-F1E9BEEE3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DCA2E56-1DA2-F00A-0F28-ECF1760BED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424ABD0-3547-1B3E-7658-B5A76C5C55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FF886F0-5E78-AB03-E778-52DB510F9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79D7E-A081-42D4-A816-8CB0D7B2430A}" type="datetimeFigureOut">
              <a:rPr lang="zh-CN" altLang="en-US" smtClean="0"/>
              <a:t>2022/5/15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AEA250F-E92B-A4C3-CBB9-FDFAABF1E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EAFDEF7-A2B0-7CBD-E492-66237734B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4579BF-FEAD-41C3-AC6F-F04121756B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712535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68FE0E-0C33-6A3A-6EA8-DC6ECDC46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7D5BEAA-8DB7-96D9-4943-0E36615FCA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E996D99-EB9A-7328-EEE9-4F958BADA6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AB86142-03D6-339E-8561-E937CBF436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F98DF68-1FDE-24EC-BB9F-A50FBFD4C0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1FADB68-1CFB-B6F7-44D7-9286D9738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79D7E-A081-42D4-A816-8CB0D7B2430A}" type="datetimeFigureOut">
              <a:rPr lang="zh-CN" altLang="en-US" smtClean="0"/>
              <a:t>2022/5/15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A5874E2-AE12-6B86-2B26-A2FD6B7FF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1384A66-DD5D-758B-12C3-ED8E17B6E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4579BF-FEAD-41C3-AC6F-F04121756B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526516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C0A2A0-6369-4BFA-8A2E-26D59A4E54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9D05E7A-A988-2A88-48E7-B46B70C9C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79D7E-A081-42D4-A816-8CB0D7B2430A}" type="datetimeFigureOut">
              <a:rPr lang="zh-CN" altLang="en-US" smtClean="0"/>
              <a:t>2022/5/15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F798B24-D370-CB94-44CF-02BB43BA9C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CB8D889-33D1-F6D9-1BA0-54FB102F2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4579BF-FEAD-41C3-AC6F-F04121756B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388902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5C1127E-D059-3939-83B5-D0A1CC36C7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79D7E-A081-42D4-A816-8CB0D7B2430A}" type="datetimeFigureOut">
              <a:rPr lang="zh-CN" altLang="en-US" smtClean="0"/>
              <a:t>2022/5/15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26DC8C7-8422-8257-6E16-BF5B6C6BB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C50CCAD-AE51-FF81-F69A-CFE55BF82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4579BF-FEAD-41C3-AC6F-F04121756B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618046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42FF09-4EFC-08C2-0928-3B0621815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04815BF-0CDC-E525-A29A-44A89D6063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02610F8-2B0E-B0A4-EDFF-7F85F3F6C0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74B5900-80A1-8560-814B-C108CD778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79D7E-A081-42D4-A816-8CB0D7B2430A}" type="datetimeFigureOut">
              <a:rPr lang="zh-CN" altLang="en-US" smtClean="0"/>
              <a:t>2022/5/15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129D2C1-FDB0-A7FD-9F13-3A8C7B6DA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094C778-5214-745C-7752-8B2EB320F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4579BF-FEAD-41C3-AC6F-F04121756B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035420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57740D-12E0-6411-3F85-6684B2706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8054C58-5A91-FCA4-42E2-B8CF193861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867B6A2-1F53-9C93-B496-FF1282A17E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8F489F5-99B4-76C6-E199-AF669EFCF1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79D7E-A081-42D4-A816-8CB0D7B2430A}" type="datetimeFigureOut">
              <a:rPr lang="zh-CN" altLang="en-US" smtClean="0"/>
              <a:t>2022/5/15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D52CFA3-465E-2A36-4C11-4D5D6A524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BCC6BEC-B3A8-2BA7-64A9-FBA0CE3A7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4579BF-FEAD-41C3-AC6F-F04121756B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660214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31E6BF-1A3E-089E-BDC2-A167C44A4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1405C41-EB0B-4A4C-CB4D-7E0AAA1D0C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60525C8-9568-0BCA-BBA2-36F6A9A6C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79D7E-A081-42D4-A816-8CB0D7B2430A}" type="datetimeFigureOut">
              <a:rPr lang="zh-CN" altLang="en-US" smtClean="0"/>
              <a:t>2022/5/15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11998F9-B9B9-3B49-797E-612B6D32A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411B5F1-035C-82A4-543B-45889C881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4579BF-FEAD-41C3-AC6F-F04121756B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68833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47158D3-16BD-61A0-D59E-8B6E800E7A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9CFBA7F-2F86-D896-4BC1-BB4A49DBE9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1F08460-B693-C1F6-EC4B-7313C15C96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79D7E-A081-42D4-A816-8CB0D7B2430A}" type="datetimeFigureOut">
              <a:rPr lang="zh-CN" altLang="en-US" smtClean="0"/>
              <a:t>2022/5/15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85F1B4B-4B07-F5F8-0134-81E7C2A3E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4BE2712-C945-A154-3ED7-1FE6B8DD2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4579BF-FEAD-41C3-AC6F-F04121756B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717145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4900D0D-6757-1228-E617-84834B65A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0DFD72E-9378-5FDF-5E7A-CF942FBA77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18C803C-8959-03EF-7FC2-2D5AE2D561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779D7E-A081-42D4-A816-8CB0D7B2430A}" type="datetimeFigureOut">
              <a:rPr lang="zh-CN" altLang="en-US" smtClean="0"/>
              <a:t>2022/5/15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744FC16-9F20-2E5F-F755-5CCDDF2FA8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1CFEB95-A002-7FFB-4146-06726A3CD8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4579BF-FEAD-41C3-AC6F-F04121756B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43347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32AA53F-6691-417E-8BCC-043C26ECBB2B}"/>
              </a:ext>
            </a:extLst>
          </p:cNvPr>
          <p:cNvSpPr txBox="1"/>
          <p:nvPr/>
        </p:nvSpPr>
        <p:spPr>
          <a:xfrm>
            <a:off x="290146" y="254977"/>
            <a:ext cx="172354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冒泡排序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FA7DA52F-6AEC-612A-9515-1115D5EFBF2B}"/>
              </a:ext>
            </a:extLst>
          </p:cNvPr>
          <p:cNvGrpSpPr/>
          <p:nvPr/>
        </p:nvGrpSpPr>
        <p:grpSpPr>
          <a:xfrm>
            <a:off x="4932487" y="1310053"/>
            <a:ext cx="580292" cy="474784"/>
            <a:chOff x="4765431" y="2215662"/>
            <a:chExt cx="580292" cy="474784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DD25647B-4385-51E8-55F2-D95BC281032D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4286C3F0-B76D-E9AC-5D33-6C948828017A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72709046-C196-4B31-22BD-E9E1EB69BDD3}"/>
              </a:ext>
            </a:extLst>
          </p:cNvPr>
          <p:cNvGrpSpPr/>
          <p:nvPr/>
        </p:nvGrpSpPr>
        <p:grpSpPr>
          <a:xfrm>
            <a:off x="4932487" y="1784837"/>
            <a:ext cx="580292" cy="474784"/>
            <a:chOff x="4765431" y="2215662"/>
            <a:chExt cx="580292" cy="474784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26F78766-FC0F-4F71-DE8B-3DFB134BE704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EED2FB08-2AF7-9F80-F6C9-76ED61497C23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39ACED12-BEA6-2D5C-935A-7244640B3A69}"/>
              </a:ext>
            </a:extLst>
          </p:cNvPr>
          <p:cNvGrpSpPr/>
          <p:nvPr/>
        </p:nvGrpSpPr>
        <p:grpSpPr>
          <a:xfrm>
            <a:off x="4932487" y="2259621"/>
            <a:ext cx="580292" cy="474784"/>
            <a:chOff x="4765431" y="2215662"/>
            <a:chExt cx="580292" cy="474784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A43E0166-6454-EAEE-B2DB-CA91049E904F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3679F2AD-E106-8D79-398B-31CE55162B4B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32470D5E-68F9-BD5D-0D23-99D5184B2467}"/>
              </a:ext>
            </a:extLst>
          </p:cNvPr>
          <p:cNvGrpSpPr/>
          <p:nvPr/>
        </p:nvGrpSpPr>
        <p:grpSpPr>
          <a:xfrm>
            <a:off x="4932487" y="2734405"/>
            <a:ext cx="580292" cy="474784"/>
            <a:chOff x="4765431" y="2215662"/>
            <a:chExt cx="580292" cy="474784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53D46A49-5BD5-4FFF-E142-B238FF6A7F4D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62A0BCEF-4EDE-307A-DA16-14D8536B4701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2AEAF2E1-E05F-4BEA-D0BE-148B8054F9A9}"/>
              </a:ext>
            </a:extLst>
          </p:cNvPr>
          <p:cNvGrpSpPr/>
          <p:nvPr/>
        </p:nvGrpSpPr>
        <p:grpSpPr>
          <a:xfrm>
            <a:off x="4932487" y="3209189"/>
            <a:ext cx="580292" cy="474784"/>
            <a:chOff x="4765431" y="2215662"/>
            <a:chExt cx="580292" cy="474784"/>
          </a:xfrm>
        </p:grpSpPr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04C5B4B6-0E45-7322-7508-A3E25F99B00C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F9633A2C-B667-5152-1981-5E634ABFE825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391055BF-2B82-EE46-41A7-ABE2D9326B8E}"/>
              </a:ext>
            </a:extLst>
          </p:cNvPr>
          <p:cNvGrpSpPr/>
          <p:nvPr/>
        </p:nvGrpSpPr>
        <p:grpSpPr>
          <a:xfrm>
            <a:off x="4932487" y="3683973"/>
            <a:ext cx="580292" cy="474784"/>
            <a:chOff x="4765431" y="2215662"/>
            <a:chExt cx="580292" cy="474784"/>
          </a:xfrm>
        </p:grpSpPr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09876F29-F25A-2476-C9AE-7360CA4D1F40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B1992B33-E877-D608-B638-86892D0DD846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9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2B2C69D5-5564-6FFD-F934-C5C66030B3D3}"/>
              </a:ext>
            </a:extLst>
          </p:cNvPr>
          <p:cNvGrpSpPr/>
          <p:nvPr/>
        </p:nvGrpSpPr>
        <p:grpSpPr>
          <a:xfrm>
            <a:off x="4932487" y="4158757"/>
            <a:ext cx="580292" cy="474784"/>
            <a:chOff x="4765431" y="2215662"/>
            <a:chExt cx="580292" cy="474784"/>
          </a:xfrm>
        </p:grpSpPr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D8AFE37A-27DF-3B9B-4FA2-BFFF7923BEE8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9F61A6FC-9503-B42A-29E8-539A7FADF1E7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7DC8E6C9-C9C7-9B5B-0AA2-497400B4AD09}"/>
              </a:ext>
            </a:extLst>
          </p:cNvPr>
          <p:cNvGrpSpPr/>
          <p:nvPr/>
        </p:nvGrpSpPr>
        <p:grpSpPr>
          <a:xfrm>
            <a:off x="4932487" y="4633541"/>
            <a:ext cx="580292" cy="474784"/>
            <a:chOff x="4765431" y="2215662"/>
            <a:chExt cx="580292" cy="474784"/>
          </a:xfrm>
        </p:grpSpPr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C024ACB7-D691-771E-CEBB-51DD39DEEF76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4DBB290D-8919-DAC0-AD31-626E26C3A44F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07BC69A7-A35E-5001-C6BC-DC245BE18FF2}"/>
              </a:ext>
            </a:extLst>
          </p:cNvPr>
          <p:cNvGrpSpPr/>
          <p:nvPr/>
        </p:nvGrpSpPr>
        <p:grpSpPr>
          <a:xfrm>
            <a:off x="4932487" y="834185"/>
            <a:ext cx="580292" cy="474784"/>
            <a:chOff x="4765431" y="2215662"/>
            <a:chExt cx="580292" cy="474784"/>
          </a:xfrm>
        </p:grpSpPr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8E914E78-62D9-2367-C1D6-0A0CCA20A4CC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EAA35872-B972-B60B-5702-C0D10250B24C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2" name="箭头: 右 41">
            <a:extLst>
              <a:ext uri="{FF2B5EF4-FFF2-40B4-BE49-F238E27FC236}">
                <a16:creationId xmlns:a16="http://schemas.microsoft.com/office/drawing/2014/main" id="{732372FD-5027-40E8-80C5-09A08A653415}"/>
              </a:ext>
            </a:extLst>
          </p:cNvPr>
          <p:cNvSpPr/>
          <p:nvPr/>
        </p:nvSpPr>
        <p:spPr>
          <a:xfrm>
            <a:off x="3732334" y="4783015"/>
            <a:ext cx="905608" cy="219808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2F2DF771-7C4B-6A00-B2C0-346E59B02A95}"/>
              </a:ext>
            </a:extLst>
          </p:cNvPr>
          <p:cNvSpPr txBox="1"/>
          <p:nvPr/>
        </p:nvSpPr>
        <p:spPr>
          <a:xfrm>
            <a:off x="290274" y="993447"/>
            <a:ext cx="114646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第</a:t>
            </a:r>
            <a:r>
              <a:rPr lang="en-US" altLang="zh-CN" sz="3000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轮</a:t>
            </a:r>
          </a:p>
        </p:txBody>
      </p:sp>
    </p:spTree>
    <p:extLst>
      <p:ext uri="{BB962C8B-B14F-4D97-AF65-F5344CB8AC3E}">
        <p14:creationId xmlns:p14="http://schemas.microsoft.com/office/powerpoint/2010/main" val="41136140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32AA53F-6691-417E-8BCC-043C26ECBB2B}"/>
              </a:ext>
            </a:extLst>
          </p:cNvPr>
          <p:cNvSpPr txBox="1"/>
          <p:nvPr/>
        </p:nvSpPr>
        <p:spPr>
          <a:xfrm>
            <a:off x="290146" y="254977"/>
            <a:ext cx="172354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冒泡排序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FA7DA52F-6AEC-612A-9515-1115D5EFBF2B}"/>
              </a:ext>
            </a:extLst>
          </p:cNvPr>
          <p:cNvGrpSpPr/>
          <p:nvPr/>
        </p:nvGrpSpPr>
        <p:grpSpPr>
          <a:xfrm>
            <a:off x="4932487" y="1310053"/>
            <a:ext cx="580292" cy="474784"/>
            <a:chOff x="4765431" y="2215662"/>
            <a:chExt cx="580292" cy="474784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DD25647B-4385-51E8-55F2-D95BC281032D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4286C3F0-B76D-E9AC-5D33-6C948828017A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72709046-C196-4B31-22BD-E9E1EB69BDD3}"/>
              </a:ext>
            </a:extLst>
          </p:cNvPr>
          <p:cNvGrpSpPr/>
          <p:nvPr/>
        </p:nvGrpSpPr>
        <p:grpSpPr>
          <a:xfrm>
            <a:off x="4932487" y="1784837"/>
            <a:ext cx="580292" cy="474784"/>
            <a:chOff x="4765431" y="2215662"/>
            <a:chExt cx="580292" cy="474784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26F78766-FC0F-4F71-DE8B-3DFB134BE704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EED2FB08-2AF7-9F80-F6C9-76ED61497C23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39ACED12-BEA6-2D5C-935A-7244640B3A69}"/>
              </a:ext>
            </a:extLst>
          </p:cNvPr>
          <p:cNvGrpSpPr/>
          <p:nvPr/>
        </p:nvGrpSpPr>
        <p:grpSpPr>
          <a:xfrm>
            <a:off x="4932487" y="2259621"/>
            <a:ext cx="580292" cy="474784"/>
            <a:chOff x="4765431" y="2215662"/>
            <a:chExt cx="580292" cy="474784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A43E0166-6454-EAEE-B2DB-CA91049E904F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3679F2AD-E106-8D79-398B-31CE55162B4B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32470D5E-68F9-BD5D-0D23-99D5184B2467}"/>
              </a:ext>
            </a:extLst>
          </p:cNvPr>
          <p:cNvGrpSpPr/>
          <p:nvPr/>
        </p:nvGrpSpPr>
        <p:grpSpPr>
          <a:xfrm>
            <a:off x="4932487" y="2734405"/>
            <a:ext cx="580292" cy="474784"/>
            <a:chOff x="4765431" y="2215662"/>
            <a:chExt cx="580292" cy="474784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53D46A49-5BD5-4FFF-E142-B238FF6A7F4D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62A0BCEF-4EDE-307A-DA16-14D8536B4701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2AEAF2E1-E05F-4BEA-D0BE-148B8054F9A9}"/>
              </a:ext>
            </a:extLst>
          </p:cNvPr>
          <p:cNvGrpSpPr/>
          <p:nvPr/>
        </p:nvGrpSpPr>
        <p:grpSpPr>
          <a:xfrm>
            <a:off x="4932487" y="3209189"/>
            <a:ext cx="580292" cy="474784"/>
            <a:chOff x="4765431" y="2215662"/>
            <a:chExt cx="580292" cy="474784"/>
          </a:xfrm>
        </p:grpSpPr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04C5B4B6-0E45-7322-7508-A3E25F99B00C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F9633A2C-B667-5152-1981-5E634ABFE825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391055BF-2B82-EE46-41A7-ABE2D9326B8E}"/>
              </a:ext>
            </a:extLst>
          </p:cNvPr>
          <p:cNvGrpSpPr/>
          <p:nvPr/>
        </p:nvGrpSpPr>
        <p:grpSpPr>
          <a:xfrm>
            <a:off x="4932487" y="3683973"/>
            <a:ext cx="580292" cy="474784"/>
            <a:chOff x="4765431" y="2215662"/>
            <a:chExt cx="580292" cy="474784"/>
          </a:xfrm>
        </p:grpSpPr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09876F29-F25A-2476-C9AE-7360CA4D1F40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B1992B33-E877-D608-B638-86892D0DD846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9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2B2C69D5-5564-6FFD-F934-C5C66030B3D3}"/>
              </a:ext>
            </a:extLst>
          </p:cNvPr>
          <p:cNvGrpSpPr/>
          <p:nvPr/>
        </p:nvGrpSpPr>
        <p:grpSpPr>
          <a:xfrm>
            <a:off x="4932487" y="4633549"/>
            <a:ext cx="580292" cy="474784"/>
            <a:chOff x="4765431" y="2215662"/>
            <a:chExt cx="580292" cy="474784"/>
          </a:xfrm>
        </p:grpSpPr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D8AFE37A-27DF-3B9B-4FA2-BFFF7923BEE8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9F61A6FC-9503-B42A-29E8-539A7FADF1E7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7DC8E6C9-C9C7-9B5B-0AA2-497400B4AD09}"/>
              </a:ext>
            </a:extLst>
          </p:cNvPr>
          <p:cNvGrpSpPr/>
          <p:nvPr/>
        </p:nvGrpSpPr>
        <p:grpSpPr>
          <a:xfrm>
            <a:off x="4932487" y="4158761"/>
            <a:ext cx="580292" cy="474784"/>
            <a:chOff x="4765431" y="2215662"/>
            <a:chExt cx="580292" cy="474784"/>
          </a:xfrm>
        </p:grpSpPr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C024ACB7-D691-771E-CEBB-51DD39DEEF76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4DBB290D-8919-DAC0-AD31-626E26C3A44F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07BC69A7-A35E-5001-C6BC-DC245BE18FF2}"/>
              </a:ext>
            </a:extLst>
          </p:cNvPr>
          <p:cNvGrpSpPr/>
          <p:nvPr/>
        </p:nvGrpSpPr>
        <p:grpSpPr>
          <a:xfrm>
            <a:off x="4932487" y="834185"/>
            <a:ext cx="580292" cy="474784"/>
            <a:chOff x="4765431" y="2215662"/>
            <a:chExt cx="580292" cy="474784"/>
          </a:xfrm>
        </p:grpSpPr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8E914E78-62D9-2367-C1D6-0A0CCA20A4CC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EAA35872-B972-B60B-5702-C0D10250B24C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2" name="箭头: 右 41">
            <a:extLst>
              <a:ext uri="{FF2B5EF4-FFF2-40B4-BE49-F238E27FC236}">
                <a16:creationId xmlns:a16="http://schemas.microsoft.com/office/drawing/2014/main" id="{732372FD-5027-40E8-80C5-09A08A653415}"/>
              </a:ext>
            </a:extLst>
          </p:cNvPr>
          <p:cNvSpPr/>
          <p:nvPr/>
        </p:nvSpPr>
        <p:spPr>
          <a:xfrm>
            <a:off x="3732334" y="4308235"/>
            <a:ext cx="905608" cy="219808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75C0D28C-2471-1D2D-4E7C-D73C6A438F49}"/>
              </a:ext>
            </a:extLst>
          </p:cNvPr>
          <p:cNvSpPr txBox="1"/>
          <p:nvPr/>
        </p:nvSpPr>
        <p:spPr>
          <a:xfrm>
            <a:off x="290274" y="993447"/>
            <a:ext cx="114646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第</a:t>
            </a:r>
            <a:r>
              <a:rPr lang="en-US" altLang="zh-CN" sz="3000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轮</a:t>
            </a:r>
          </a:p>
        </p:txBody>
      </p:sp>
    </p:spTree>
    <p:extLst>
      <p:ext uri="{BB962C8B-B14F-4D97-AF65-F5344CB8AC3E}">
        <p14:creationId xmlns:p14="http://schemas.microsoft.com/office/powerpoint/2010/main" val="148560571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32AA53F-6691-417E-8BCC-043C26ECBB2B}"/>
              </a:ext>
            </a:extLst>
          </p:cNvPr>
          <p:cNvSpPr txBox="1"/>
          <p:nvPr/>
        </p:nvSpPr>
        <p:spPr>
          <a:xfrm>
            <a:off x="290146" y="254977"/>
            <a:ext cx="172354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冒泡排序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FA7DA52F-6AEC-612A-9515-1115D5EFBF2B}"/>
              </a:ext>
            </a:extLst>
          </p:cNvPr>
          <p:cNvGrpSpPr/>
          <p:nvPr/>
        </p:nvGrpSpPr>
        <p:grpSpPr>
          <a:xfrm>
            <a:off x="4932487" y="1310053"/>
            <a:ext cx="580292" cy="474784"/>
            <a:chOff x="4765431" y="2215662"/>
            <a:chExt cx="580292" cy="474784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DD25647B-4385-51E8-55F2-D95BC281032D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4286C3F0-B76D-E9AC-5D33-6C948828017A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72709046-C196-4B31-22BD-E9E1EB69BDD3}"/>
              </a:ext>
            </a:extLst>
          </p:cNvPr>
          <p:cNvGrpSpPr/>
          <p:nvPr/>
        </p:nvGrpSpPr>
        <p:grpSpPr>
          <a:xfrm>
            <a:off x="4932487" y="1784837"/>
            <a:ext cx="580292" cy="474784"/>
            <a:chOff x="4765431" y="2215662"/>
            <a:chExt cx="580292" cy="474784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26F78766-FC0F-4F71-DE8B-3DFB134BE704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EED2FB08-2AF7-9F80-F6C9-76ED61497C23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39ACED12-BEA6-2D5C-935A-7244640B3A69}"/>
              </a:ext>
            </a:extLst>
          </p:cNvPr>
          <p:cNvGrpSpPr/>
          <p:nvPr/>
        </p:nvGrpSpPr>
        <p:grpSpPr>
          <a:xfrm>
            <a:off x="4932487" y="2259621"/>
            <a:ext cx="580292" cy="474784"/>
            <a:chOff x="4765431" y="2215662"/>
            <a:chExt cx="580292" cy="474784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A43E0166-6454-EAEE-B2DB-CA91049E904F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3679F2AD-E106-8D79-398B-31CE55162B4B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32470D5E-68F9-BD5D-0D23-99D5184B2467}"/>
              </a:ext>
            </a:extLst>
          </p:cNvPr>
          <p:cNvGrpSpPr/>
          <p:nvPr/>
        </p:nvGrpSpPr>
        <p:grpSpPr>
          <a:xfrm>
            <a:off x="4932487" y="2734405"/>
            <a:ext cx="580292" cy="474784"/>
            <a:chOff x="4765431" y="2215662"/>
            <a:chExt cx="580292" cy="474784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53D46A49-5BD5-4FFF-E142-B238FF6A7F4D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62A0BCEF-4EDE-307A-DA16-14D8536B4701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2AEAF2E1-E05F-4BEA-D0BE-148B8054F9A9}"/>
              </a:ext>
            </a:extLst>
          </p:cNvPr>
          <p:cNvGrpSpPr/>
          <p:nvPr/>
        </p:nvGrpSpPr>
        <p:grpSpPr>
          <a:xfrm>
            <a:off x="4932487" y="3209189"/>
            <a:ext cx="580292" cy="474784"/>
            <a:chOff x="4765431" y="2215662"/>
            <a:chExt cx="580292" cy="474784"/>
          </a:xfrm>
        </p:grpSpPr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04C5B4B6-0E45-7322-7508-A3E25F99B00C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F9633A2C-B667-5152-1981-5E634ABFE825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391055BF-2B82-EE46-41A7-ABE2D9326B8E}"/>
              </a:ext>
            </a:extLst>
          </p:cNvPr>
          <p:cNvGrpSpPr/>
          <p:nvPr/>
        </p:nvGrpSpPr>
        <p:grpSpPr>
          <a:xfrm>
            <a:off x="4932487" y="3683973"/>
            <a:ext cx="580292" cy="474784"/>
            <a:chOff x="4765431" y="2215662"/>
            <a:chExt cx="580292" cy="474784"/>
          </a:xfrm>
        </p:grpSpPr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09876F29-F25A-2476-C9AE-7360CA4D1F40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B1992B33-E877-D608-B638-86892D0DD846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9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2B2C69D5-5564-6FFD-F934-C5C66030B3D3}"/>
              </a:ext>
            </a:extLst>
          </p:cNvPr>
          <p:cNvGrpSpPr/>
          <p:nvPr/>
        </p:nvGrpSpPr>
        <p:grpSpPr>
          <a:xfrm>
            <a:off x="4932487" y="4633549"/>
            <a:ext cx="580292" cy="474784"/>
            <a:chOff x="4765431" y="2215662"/>
            <a:chExt cx="580292" cy="474784"/>
          </a:xfrm>
        </p:grpSpPr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D8AFE37A-27DF-3B9B-4FA2-BFFF7923BEE8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9F61A6FC-9503-B42A-29E8-539A7FADF1E7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7DC8E6C9-C9C7-9B5B-0AA2-497400B4AD09}"/>
              </a:ext>
            </a:extLst>
          </p:cNvPr>
          <p:cNvGrpSpPr/>
          <p:nvPr/>
        </p:nvGrpSpPr>
        <p:grpSpPr>
          <a:xfrm>
            <a:off x="4932487" y="4158761"/>
            <a:ext cx="580292" cy="474784"/>
            <a:chOff x="4765431" y="2215662"/>
            <a:chExt cx="580292" cy="474784"/>
          </a:xfrm>
        </p:grpSpPr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C024ACB7-D691-771E-CEBB-51DD39DEEF76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4DBB290D-8919-DAC0-AD31-626E26C3A44F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07BC69A7-A35E-5001-C6BC-DC245BE18FF2}"/>
              </a:ext>
            </a:extLst>
          </p:cNvPr>
          <p:cNvGrpSpPr/>
          <p:nvPr/>
        </p:nvGrpSpPr>
        <p:grpSpPr>
          <a:xfrm>
            <a:off x="4932487" y="834185"/>
            <a:ext cx="580292" cy="474784"/>
            <a:chOff x="4765431" y="2215662"/>
            <a:chExt cx="580292" cy="474784"/>
          </a:xfrm>
        </p:grpSpPr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8E914E78-62D9-2367-C1D6-0A0CCA20A4CC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EAA35872-B972-B60B-5702-C0D10250B24C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2" name="箭头: 右 41">
            <a:extLst>
              <a:ext uri="{FF2B5EF4-FFF2-40B4-BE49-F238E27FC236}">
                <a16:creationId xmlns:a16="http://schemas.microsoft.com/office/drawing/2014/main" id="{732372FD-5027-40E8-80C5-09A08A653415}"/>
              </a:ext>
            </a:extLst>
          </p:cNvPr>
          <p:cNvSpPr/>
          <p:nvPr/>
        </p:nvSpPr>
        <p:spPr>
          <a:xfrm>
            <a:off x="3732334" y="3798276"/>
            <a:ext cx="905608" cy="219808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901DE5D8-85C5-513E-D652-D65C11203736}"/>
              </a:ext>
            </a:extLst>
          </p:cNvPr>
          <p:cNvSpPr txBox="1"/>
          <p:nvPr/>
        </p:nvSpPr>
        <p:spPr>
          <a:xfrm>
            <a:off x="290274" y="993447"/>
            <a:ext cx="114646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第</a:t>
            </a:r>
            <a:r>
              <a:rPr lang="en-US" altLang="zh-CN" sz="3000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轮</a:t>
            </a:r>
          </a:p>
        </p:txBody>
      </p:sp>
    </p:spTree>
    <p:extLst>
      <p:ext uri="{BB962C8B-B14F-4D97-AF65-F5344CB8AC3E}">
        <p14:creationId xmlns:p14="http://schemas.microsoft.com/office/powerpoint/2010/main" val="56823282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32AA53F-6691-417E-8BCC-043C26ECBB2B}"/>
              </a:ext>
            </a:extLst>
          </p:cNvPr>
          <p:cNvSpPr txBox="1"/>
          <p:nvPr/>
        </p:nvSpPr>
        <p:spPr>
          <a:xfrm>
            <a:off x="290146" y="254977"/>
            <a:ext cx="172354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冒泡排序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FA7DA52F-6AEC-612A-9515-1115D5EFBF2B}"/>
              </a:ext>
            </a:extLst>
          </p:cNvPr>
          <p:cNvGrpSpPr/>
          <p:nvPr/>
        </p:nvGrpSpPr>
        <p:grpSpPr>
          <a:xfrm>
            <a:off x="4932487" y="1310053"/>
            <a:ext cx="580292" cy="474784"/>
            <a:chOff x="4765431" y="2215662"/>
            <a:chExt cx="580292" cy="474784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DD25647B-4385-51E8-55F2-D95BC281032D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4286C3F0-B76D-E9AC-5D33-6C948828017A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72709046-C196-4B31-22BD-E9E1EB69BDD3}"/>
              </a:ext>
            </a:extLst>
          </p:cNvPr>
          <p:cNvGrpSpPr/>
          <p:nvPr/>
        </p:nvGrpSpPr>
        <p:grpSpPr>
          <a:xfrm>
            <a:off x="4932487" y="1784837"/>
            <a:ext cx="580292" cy="474784"/>
            <a:chOff x="4765431" y="2215662"/>
            <a:chExt cx="580292" cy="474784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26F78766-FC0F-4F71-DE8B-3DFB134BE704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EED2FB08-2AF7-9F80-F6C9-76ED61497C23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39ACED12-BEA6-2D5C-935A-7244640B3A69}"/>
              </a:ext>
            </a:extLst>
          </p:cNvPr>
          <p:cNvGrpSpPr/>
          <p:nvPr/>
        </p:nvGrpSpPr>
        <p:grpSpPr>
          <a:xfrm>
            <a:off x="4932487" y="2259621"/>
            <a:ext cx="580292" cy="474784"/>
            <a:chOff x="4765431" y="2215662"/>
            <a:chExt cx="580292" cy="474784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A43E0166-6454-EAEE-B2DB-CA91049E904F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3679F2AD-E106-8D79-398B-31CE55162B4B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32470D5E-68F9-BD5D-0D23-99D5184B2467}"/>
              </a:ext>
            </a:extLst>
          </p:cNvPr>
          <p:cNvGrpSpPr/>
          <p:nvPr/>
        </p:nvGrpSpPr>
        <p:grpSpPr>
          <a:xfrm>
            <a:off x="4932487" y="2734405"/>
            <a:ext cx="580292" cy="474784"/>
            <a:chOff x="4765431" y="2215662"/>
            <a:chExt cx="580292" cy="474784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53D46A49-5BD5-4FFF-E142-B238FF6A7F4D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62A0BCEF-4EDE-307A-DA16-14D8536B4701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2AEAF2E1-E05F-4BEA-D0BE-148B8054F9A9}"/>
              </a:ext>
            </a:extLst>
          </p:cNvPr>
          <p:cNvGrpSpPr/>
          <p:nvPr/>
        </p:nvGrpSpPr>
        <p:grpSpPr>
          <a:xfrm>
            <a:off x="4932487" y="3683970"/>
            <a:ext cx="580292" cy="474784"/>
            <a:chOff x="4765431" y="2215662"/>
            <a:chExt cx="580292" cy="474784"/>
          </a:xfrm>
        </p:grpSpPr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04C5B4B6-0E45-7322-7508-A3E25F99B00C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F9633A2C-B667-5152-1981-5E634ABFE825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391055BF-2B82-EE46-41A7-ABE2D9326B8E}"/>
              </a:ext>
            </a:extLst>
          </p:cNvPr>
          <p:cNvGrpSpPr/>
          <p:nvPr/>
        </p:nvGrpSpPr>
        <p:grpSpPr>
          <a:xfrm>
            <a:off x="4932487" y="3209191"/>
            <a:ext cx="580292" cy="474784"/>
            <a:chOff x="4765431" y="2215662"/>
            <a:chExt cx="580292" cy="474784"/>
          </a:xfrm>
        </p:grpSpPr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09876F29-F25A-2476-C9AE-7360CA4D1F40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B1992B33-E877-D608-B638-86892D0DD846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9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2B2C69D5-5564-6FFD-F934-C5C66030B3D3}"/>
              </a:ext>
            </a:extLst>
          </p:cNvPr>
          <p:cNvGrpSpPr/>
          <p:nvPr/>
        </p:nvGrpSpPr>
        <p:grpSpPr>
          <a:xfrm>
            <a:off x="4932487" y="4633549"/>
            <a:ext cx="580292" cy="474784"/>
            <a:chOff x="4765431" y="2215662"/>
            <a:chExt cx="580292" cy="474784"/>
          </a:xfrm>
        </p:grpSpPr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D8AFE37A-27DF-3B9B-4FA2-BFFF7923BEE8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9F61A6FC-9503-B42A-29E8-539A7FADF1E7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7DC8E6C9-C9C7-9B5B-0AA2-497400B4AD09}"/>
              </a:ext>
            </a:extLst>
          </p:cNvPr>
          <p:cNvGrpSpPr/>
          <p:nvPr/>
        </p:nvGrpSpPr>
        <p:grpSpPr>
          <a:xfrm>
            <a:off x="4932487" y="4158761"/>
            <a:ext cx="580292" cy="474784"/>
            <a:chOff x="4765431" y="2215662"/>
            <a:chExt cx="580292" cy="474784"/>
          </a:xfrm>
        </p:grpSpPr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C024ACB7-D691-771E-CEBB-51DD39DEEF76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4DBB290D-8919-DAC0-AD31-626E26C3A44F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07BC69A7-A35E-5001-C6BC-DC245BE18FF2}"/>
              </a:ext>
            </a:extLst>
          </p:cNvPr>
          <p:cNvGrpSpPr/>
          <p:nvPr/>
        </p:nvGrpSpPr>
        <p:grpSpPr>
          <a:xfrm>
            <a:off x="4932487" y="834185"/>
            <a:ext cx="580292" cy="474784"/>
            <a:chOff x="4765431" y="2215662"/>
            <a:chExt cx="580292" cy="474784"/>
          </a:xfrm>
        </p:grpSpPr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8E914E78-62D9-2367-C1D6-0A0CCA20A4CC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EAA35872-B972-B60B-5702-C0D10250B24C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2" name="箭头: 右 41">
            <a:extLst>
              <a:ext uri="{FF2B5EF4-FFF2-40B4-BE49-F238E27FC236}">
                <a16:creationId xmlns:a16="http://schemas.microsoft.com/office/drawing/2014/main" id="{732372FD-5027-40E8-80C5-09A08A653415}"/>
              </a:ext>
            </a:extLst>
          </p:cNvPr>
          <p:cNvSpPr/>
          <p:nvPr/>
        </p:nvSpPr>
        <p:spPr>
          <a:xfrm>
            <a:off x="3732334" y="3323494"/>
            <a:ext cx="905608" cy="219808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6C3E6934-671E-D16D-3A49-9BC99475E3F6}"/>
              </a:ext>
            </a:extLst>
          </p:cNvPr>
          <p:cNvSpPr txBox="1"/>
          <p:nvPr/>
        </p:nvSpPr>
        <p:spPr>
          <a:xfrm>
            <a:off x="290274" y="993447"/>
            <a:ext cx="114646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第</a:t>
            </a:r>
            <a:r>
              <a:rPr lang="en-US" altLang="zh-CN" sz="3000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轮</a:t>
            </a:r>
          </a:p>
        </p:txBody>
      </p:sp>
    </p:spTree>
    <p:extLst>
      <p:ext uri="{BB962C8B-B14F-4D97-AF65-F5344CB8AC3E}">
        <p14:creationId xmlns:p14="http://schemas.microsoft.com/office/powerpoint/2010/main" val="69921974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32AA53F-6691-417E-8BCC-043C26ECBB2B}"/>
              </a:ext>
            </a:extLst>
          </p:cNvPr>
          <p:cNvSpPr txBox="1"/>
          <p:nvPr/>
        </p:nvSpPr>
        <p:spPr>
          <a:xfrm>
            <a:off x="290146" y="254977"/>
            <a:ext cx="172354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冒泡排序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FA7DA52F-6AEC-612A-9515-1115D5EFBF2B}"/>
              </a:ext>
            </a:extLst>
          </p:cNvPr>
          <p:cNvGrpSpPr/>
          <p:nvPr/>
        </p:nvGrpSpPr>
        <p:grpSpPr>
          <a:xfrm>
            <a:off x="4932487" y="1310053"/>
            <a:ext cx="580292" cy="474784"/>
            <a:chOff x="4765431" y="2215662"/>
            <a:chExt cx="580292" cy="474784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DD25647B-4385-51E8-55F2-D95BC281032D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4286C3F0-B76D-E9AC-5D33-6C948828017A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72709046-C196-4B31-22BD-E9E1EB69BDD3}"/>
              </a:ext>
            </a:extLst>
          </p:cNvPr>
          <p:cNvGrpSpPr/>
          <p:nvPr/>
        </p:nvGrpSpPr>
        <p:grpSpPr>
          <a:xfrm>
            <a:off x="4932487" y="1784837"/>
            <a:ext cx="580292" cy="474784"/>
            <a:chOff x="4765431" y="2215662"/>
            <a:chExt cx="580292" cy="474784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26F78766-FC0F-4F71-DE8B-3DFB134BE704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EED2FB08-2AF7-9F80-F6C9-76ED61497C23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39ACED12-BEA6-2D5C-935A-7244640B3A69}"/>
              </a:ext>
            </a:extLst>
          </p:cNvPr>
          <p:cNvGrpSpPr/>
          <p:nvPr/>
        </p:nvGrpSpPr>
        <p:grpSpPr>
          <a:xfrm>
            <a:off x="4932487" y="2259621"/>
            <a:ext cx="580292" cy="474784"/>
            <a:chOff x="4765431" y="2215662"/>
            <a:chExt cx="580292" cy="474784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A43E0166-6454-EAEE-B2DB-CA91049E904F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3679F2AD-E106-8D79-398B-31CE55162B4B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32470D5E-68F9-BD5D-0D23-99D5184B2467}"/>
              </a:ext>
            </a:extLst>
          </p:cNvPr>
          <p:cNvGrpSpPr/>
          <p:nvPr/>
        </p:nvGrpSpPr>
        <p:grpSpPr>
          <a:xfrm>
            <a:off x="4932491" y="3209190"/>
            <a:ext cx="580292" cy="474784"/>
            <a:chOff x="4765431" y="2215662"/>
            <a:chExt cx="580292" cy="474784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53D46A49-5BD5-4FFF-E142-B238FF6A7F4D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62A0BCEF-4EDE-307A-DA16-14D8536B4701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2AEAF2E1-E05F-4BEA-D0BE-148B8054F9A9}"/>
              </a:ext>
            </a:extLst>
          </p:cNvPr>
          <p:cNvGrpSpPr/>
          <p:nvPr/>
        </p:nvGrpSpPr>
        <p:grpSpPr>
          <a:xfrm>
            <a:off x="4932487" y="3683970"/>
            <a:ext cx="580292" cy="474784"/>
            <a:chOff x="4765431" y="2215662"/>
            <a:chExt cx="580292" cy="474784"/>
          </a:xfrm>
        </p:grpSpPr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04C5B4B6-0E45-7322-7508-A3E25F99B00C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F9633A2C-B667-5152-1981-5E634ABFE825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391055BF-2B82-EE46-41A7-ABE2D9326B8E}"/>
              </a:ext>
            </a:extLst>
          </p:cNvPr>
          <p:cNvGrpSpPr/>
          <p:nvPr/>
        </p:nvGrpSpPr>
        <p:grpSpPr>
          <a:xfrm>
            <a:off x="4932487" y="2734408"/>
            <a:ext cx="580292" cy="474784"/>
            <a:chOff x="4765431" y="2215662"/>
            <a:chExt cx="580292" cy="474784"/>
          </a:xfrm>
        </p:grpSpPr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09876F29-F25A-2476-C9AE-7360CA4D1F40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B1992B33-E877-D608-B638-86892D0DD846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9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2B2C69D5-5564-6FFD-F934-C5C66030B3D3}"/>
              </a:ext>
            </a:extLst>
          </p:cNvPr>
          <p:cNvGrpSpPr/>
          <p:nvPr/>
        </p:nvGrpSpPr>
        <p:grpSpPr>
          <a:xfrm>
            <a:off x="4932487" y="4633549"/>
            <a:ext cx="580292" cy="474784"/>
            <a:chOff x="4765431" y="2215662"/>
            <a:chExt cx="580292" cy="474784"/>
          </a:xfrm>
        </p:grpSpPr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D8AFE37A-27DF-3B9B-4FA2-BFFF7923BEE8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9F61A6FC-9503-B42A-29E8-539A7FADF1E7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7DC8E6C9-C9C7-9B5B-0AA2-497400B4AD09}"/>
              </a:ext>
            </a:extLst>
          </p:cNvPr>
          <p:cNvGrpSpPr/>
          <p:nvPr/>
        </p:nvGrpSpPr>
        <p:grpSpPr>
          <a:xfrm>
            <a:off x="4932487" y="4158761"/>
            <a:ext cx="580292" cy="474784"/>
            <a:chOff x="4765431" y="2215662"/>
            <a:chExt cx="580292" cy="474784"/>
          </a:xfrm>
        </p:grpSpPr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C024ACB7-D691-771E-CEBB-51DD39DEEF76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4DBB290D-8919-DAC0-AD31-626E26C3A44F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07BC69A7-A35E-5001-C6BC-DC245BE18FF2}"/>
              </a:ext>
            </a:extLst>
          </p:cNvPr>
          <p:cNvGrpSpPr/>
          <p:nvPr/>
        </p:nvGrpSpPr>
        <p:grpSpPr>
          <a:xfrm>
            <a:off x="4932487" y="834185"/>
            <a:ext cx="580292" cy="474784"/>
            <a:chOff x="4765431" y="2215662"/>
            <a:chExt cx="580292" cy="474784"/>
          </a:xfrm>
        </p:grpSpPr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8E914E78-62D9-2367-C1D6-0A0CCA20A4CC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EAA35872-B972-B60B-5702-C0D10250B24C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2" name="箭头: 右 41">
            <a:extLst>
              <a:ext uri="{FF2B5EF4-FFF2-40B4-BE49-F238E27FC236}">
                <a16:creationId xmlns:a16="http://schemas.microsoft.com/office/drawing/2014/main" id="{732372FD-5027-40E8-80C5-09A08A653415}"/>
              </a:ext>
            </a:extLst>
          </p:cNvPr>
          <p:cNvSpPr/>
          <p:nvPr/>
        </p:nvSpPr>
        <p:spPr>
          <a:xfrm>
            <a:off x="3732334" y="2848711"/>
            <a:ext cx="905608" cy="219808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3DCCFE13-F18E-6D15-ABC3-84EABD7B0EDA}"/>
              </a:ext>
            </a:extLst>
          </p:cNvPr>
          <p:cNvSpPr txBox="1"/>
          <p:nvPr/>
        </p:nvSpPr>
        <p:spPr>
          <a:xfrm>
            <a:off x="290274" y="993447"/>
            <a:ext cx="114646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第</a:t>
            </a:r>
            <a:r>
              <a:rPr lang="en-US" altLang="zh-CN" sz="3000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轮</a:t>
            </a:r>
          </a:p>
        </p:txBody>
      </p:sp>
    </p:spTree>
    <p:extLst>
      <p:ext uri="{BB962C8B-B14F-4D97-AF65-F5344CB8AC3E}">
        <p14:creationId xmlns:p14="http://schemas.microsoft.com/office/powerpoint/2010/main" val="45246175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32AA53F-6691-417E-8BCC-043C26ECBB2B}"/>
              </a:ext>
            </a:extLst>
          </p:cNvPr>
          <p:cNvSpPr txBox="1"/>
          <p:nvPr/>
        </p:nvSpPr>
        <p:spPr>
          <a:xfrm>
            <a:off x="290146" y="254977"/>
            <a:ext cx="172354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冒泡排序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FA7DA52F-6AEC-612A-9515-1115D5EFBF2B}"/>
              </a:ext>
            </a:extLst>
          </p:cNvPr>
          <p:cNvGrpSpPr/>
          <p:nvPr/>
        </p:nvGrpSpPr>
        <p:grpSpPr>
          <a:xfrm>
            <a:off x="4932487" y="1310053"/>
            <a:ext cx="580292" cy="474784"/>
            <a:chOff x="4765431" y="2215662"/>
            <a:chExt cx="580292" cy="474784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DD25647B-4385-51E8-55F2-D95BC281032D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4286C3F0-B76D-E9AC-5D33-6C948828017A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72709046-C196-4B31-22BD-E9E1EB69BDD3}"/>
              </a:ext>
            </a:extLst>
          </p:cNvPr>
          <p:cNvGrpSpPr/>
          <p:nvPr/>
        </p:nvGrpSpPr>
        <p:grpSpPr>
          <a:xfrm>
            <a:off x="4932487" y="1784837"/>
            <a:ext cx="580292" cy="474784"/>
            <a:chOff x="4765431" y="2215662"/>
            <a:chExt cx="580292" cy="474784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26F78766-FC0F-4F71-DE8B-3DFB134BE704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EED2FB08-2AF7-9F80-F6C9-76ED61497C23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39ACED12-BEA6-2D5C-935A-7244640B3A69}"/>
              </a:ext>
            </a:extLst>
          </p:cNvPr>
          <p:cNvGrpSpPr/>
          <p:nvPr/>
        </p:nvGrpSpPr>
        <p:grpSpPr>
          <a:xfrm>
            <a:off x="4932489" y="2734408"/>
            <a:ext cx="580292" cy="474784"/>
            <a:chOff x="4765431" y="2215662"/>
            <a:chExt cx="580292" cy="474784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A43E0166-6454-EAEE-B2DB-CA91049E904F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3679F2AD-E106-8D79-398B-31CE55162B4B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32470D5E-68F9-BD5D-0D23-99D5184B2467}"/>
              </a:ext>
            </a:extLst>
          </p:cNvPr>
          <p:cNvGrpSpPr/>
          <p:nvPr/>
        </p:nvGrpSpPr>
        <p:grpSpPr>
          <a:xfrm>
            <a:off x="4932491" y="3209190"/>
            <a:ext cx="580292" cy="474784"/>
            <a:chOff x="4765431" y="2215662"/>
            <a:chExt cx="580292" cy="474784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53D46A49-5BD5-4FFF-E142-B238FF6A7F4D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62A0BCEF-4EDE-307A-DA16-14D8536B4701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2AEAF2E1-E05F-4BEA-D0BE-148B8054F9A9}"/>
              </a:ext>
            </a:extLst>
          </p:cNvPr>
          <p:cNvGrpSpPr/>
          <p:nvPr/>
        </p:nvGrpSpPr>
        <p:grpSpPr>
          <a:xfrm>
            <a:off x="4932487" y="3683970"/>
            <a:ext cx="580292" cy="474784"/>
            <a:chOff x="4765431" y="2215662"/>
            <a:chExt cx="580292" cy="474784"/>
          </a:xfrm>
        </p:grpSpPr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04C5B4B6-0E45-7322-7508-A3E25F99B00C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F9633A2C-B667-5152-1981-5E634ABFE825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391055BF-2B82-EE46-41A7-ABE2D9326B8E}"/>
              </a:ext>
            </a:extLst>
          </p:cNvPr>
          <p:cNvGrpSpPr/>
          <p:nvPr/>
        </p:nvGrpSpPr>
        <p:grpSpPr>
          <a:xfrm>
            <a:off x="4932487" y="2259623"/>
            <a:ext cx="580292" cy="474784"/>
            <a:chOff x="4765431" y="2215662"/>
            <a:chExt cx="580292" cy="474784"/>
          </a:xfrm>
        </p:grpSpPr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09876F29-F25A-2476-C9AE-7360CA4D1F40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B1992B33-E877-D608-B638-86892D0DD846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9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2B2C69D5-5564-6FFD-F934-C5C66030B3D3}"/>
              </a:ext>
            </a:extLst>
          </p:cNvPr>
          <p:cNvGrpSpPr/>
          <p:nvPr/>
        </p:nvGrpSpPr>
        <p:grpSpPr>
          <a:xfrm>
            <a:off x="4932487" y="4633549"/>
            <a:ext cx="580292" cy="474784"/>
            <a:chOff x="4765431" y="2215662"/>
            <a:chExt cx="580292" cy="474784"/>
          </a:xfrm>
        </p:grpSpPr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D8AFE37A-27DF-3B9B-4FA2-BFFF7923BEE8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9F61A6FC-9503-B42A-29E8-539A7FADF1E7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7DC8E6C9-C9C7-9B5B-0AA2-497400B4AD09}"/>
              </a:ext>
            </a:extLst>
          </p:cNvPr>
          <p:cNvGrpSpPr/>
          <p:nvPr/>
        </p:nvGrpSpPr>
        <p:grpSpPr>
          <a:xfrm>
            <a:off x="4932487" y="4158761"/>
            <a:ext cx="580292" cy="474784"/>
            <a:chOff x="4765431" y="2215662"/>
            <a:chExt cx="580292" cy="474784"/>
          </a:xfrm>
        </p:grpSpPr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C024ACB7-D691-771E-CEBB-51DD39DEEF76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4DBB290D-8919-DAC0-AD31-626E26C3A44F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07BC69A7-A35E-5001-C6BC-DC245BE18FF2}"/>
              </a:ext>
            </a:extLst>
          </p:cNvPr>
          <p:cNvGrpSpPr/>
          <p:nvPr/>
        </p:nvGrpSpPr>
        <p:grpSpPr>
          <a:xfrm>
            <a:off x="4932487" y="834185"/>
            <a:ext cx="580292" cy="474784"/>
            <a:chOff x="4765431" y="2215662"/>
            <a:chExt cx="580292" cy="474784"/>
          </a:xfrm>
        </p:grpSpPr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8E914E78-62D9-2367-C1D6-0A0CCA20A4CC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EAA35872-B972-B60B-5702-C0D10250B24C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2" name="箭头: 右 41">
            <a:extLst>
              <a:ext uri="{FF2B5EF4-FFF2-40B4-BE49-F238E27FC236}">
                <a16:creationId xmlns:a16="http://schemas.microsoft.com/office/drawing/2014/main" id="{732372FD-5027-40E8-80C5-09A08A653415}"/>
              </a:ext>
            </a:extLst>
          </p:cNvPr>
          <p:cNvSpPr/>
          <p:nvPr/>
        </p:nvSpPr>
        <p:spPr>
          <a:xfrm>
            <a:off x="3732334" y="2373926"/>
            <a:ext cx="905608" cy="219808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F43B7367-D5F5-C1E1-8F3D-38B8B743AC3E}"/>
              </a:ext>
            </a:extLst>
          </p:cNvPr>
          <p:cNvSpPr txBox="1"/>
          <p:nvPr/>
        </p:nvSpPr>
        <p:spPr>
          <a:xfrm>
            <a:off x="290274" y="993447"/>
            <a:ext cx="114646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第</a:t>
            </a:r>
            <a:r>
              <a:rPr lang="en-US" altLang="zh-CN" sz="3000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轮</a:t>
            </a:r>
          </a:p>
        </p:txBody>
      </p:sp>
    </p:spTree>
    <p:extLst>
      <p:ext uri="{BB962C8B-B14F-4D97-AF65-F5344CB8AC3E}">
        <p14:creationId xmlns:p14="http://schemas.microsoft.com/office/powerpoint/2010/main" val="109595698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32AA53F-6691-417E-8BCC-043C26ECBB2B}"/>
              </a:ext>
            </a:extLst>
          </p:cNvPr>
          <p:cNvSpPr txBox="1"/>
          <p:nvPr/>
        </p:nvSpPr>
        <p:spPr>
          <a:xfrm>
            <a:off x="290146" y="254977"/>
            <a:ext cx="172354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冒泡排序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FA7DA52F-6AEC-612A-9515-1115D5EFBF2B}"/>
              </a:ext>
            </a:extLst>
          </p:cNvPr>
          <p:cNvGrpSpPr/>
          <p:nvPr/>
        </p:nvGrpSpPr>
        <p:grpSpPr>
          <a:xfrm>
            <a:off x="4932487" y="1310053"/>
            <a:ext cx="580292" cy="474784"/>
            <a:chOff x="4765431" y="2215662"/>
            <a:chExt cx="580292" cy="474784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DD25647B-4385-51E8-55F2-D95BC281032D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4286C3F0-B76D-E9AC-5D33-6C948828017A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72709046-C196-4B31-22BD-E9E1EB69BDD3}"/>
              </a:ext>
            </a:extLst>
          </p:cNvPr>
          <p:cNvGrpSpPr/>
          <p:nvPr/>
        </p:nvGrpSpPr>
        <p:grpSpPr>
          <a:xfrm>
            <a:off x="4932487" y="2259627"/>
            <a:ext cx="580292" cy="474784"/>
            <a:chOff x="4765431" y="2215662"/>
            <a:chExt cx="580292" cy="474784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26F78766-FC0F-4F71-DE8B-3DFB134BE704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EED2FB08-2AF7-9F80-F6C9-76ED61497C23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39ACED12-BEA6-2D5C-935A-7244640B3A69}"/>
              </a:ext>
            </a:extLst>
          </p:cNvPr>
          <p:cNvGrpSpPr/>
          <p:nvPr/>
        </p:nvGrpSpPr>
        <p:grpSpPr>
          <a:xfrm>
            <a:off x="4932489" y="2734408"/>
            <a:ext cx="580292" cy="474784"/>
            <a:chOff x="4765431" y="2215662"/>
            <a:chExt cx="580292" cy="474784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A43E0166-6454-EAEE-B2DB-CA91049E904F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3679F2AD-E106-8D79-398B-31CE55162B4B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32470D5E-68F9-BD5D-0D23-99D5184B2467}"/>
              </a:ext>
            </a:extLst>
          </p:cNvPr>
          <p:cNvGrpSpPr/>
          <p:nvPr/>
        </p:nvGrpSpPr>
        <p:grpSpPr>
          <a:xfrm>
            <a:off x="4932491" y="3209190"/>
            <a:ext cx="580292" cy="474784"/>
            <a:chOff x="4765431" y="2215662"/>
            <a:chExt cx="580292" cy="474784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53D46A49-5BD5-4FFF-E142-B238FF6A7F4D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62A0BCEF-4EDE-307A-DA16-14D8536B4701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2AEAF2E1-E05F-4BEA-D0BE-148B8054F9A9}"/>
              </a:ext>
            </a:extLst>
          </p:cNvPr>
          <p:cNvGrpSpPr/>
          <p:nvPr/>
        </p:nvGrpSpPr>
        <p:grpSpPr>
          <a:xfrm>
            <a:off x="4932487" y="3683970"/>
            <a:ext cx="580292" cy="474784"/>
            <a:chOff x="4765431" y="2215662"/>
            <a:chExt cx="580292" cy="474784"/>
          </a:xfrm>
        </p:grpSpPr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04C5B4B6-0E45-7322-7508-A3E25F99B00C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F9633A2C-B667-5152-1981-5E634ABFE825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391055BF-2B82-EE46-41A7-ABE2D9326B8E}"/>
              </a:ext>
            </a:extLst>
          </p:cNvPr>
          <p:cNvGrpSpPr/>
          <p:nvPr/>
        </p:nvGrpSpPr>
        <p:grpSpPr>
          <a:xfrm>
            <a:off x="4932487" y="1784836"/>
            <a:ext cx="580292" cy="474784"/>
            <a:chOff x="4765431" y="2215662"/>
            <a:chExt cx="580292" cy="474784"/>
          </a:xfrm>
        </p:grpSpPr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09876F29-F25A-2476-C9AE-7360CA4D1F40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B1992B33-E877-D608-B638-86892D0DD846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9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2B2C69D5-5564-6FFD-F934-C5C66030B3D3}"/>
              </a:ext>
            </a:extLst>
          </p:cNvPr>
          <p:cNvGrpSpPr/>
          <p:nvPr/>
        </p:nvGrpSpPr>
        <p:grpSpPr>
          <a:xfrm>
            <a:off x="4932487" y="4633549"/>
            <a:ext cx="580292" cy="474784"/>
            <a:chOff x="4765431" y="2215662"/>
            <a:chExt cx="580292" cy="474784"/>
          </a:xfrm>
        </p:grpSpPr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D8AFE37A-27DF-3B9B-4FA2-BFFF7923BEE8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9F61A6FC-9503-B42A-29E8-539A7FADF1E7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7DC8E6C9-C9C7-9B5B-0AA2-497400B4AD09}"/>
              </a:ext>
            </a:extLst>
          </p:cNvPr>
          <p:cNvGrpSpPr/>
          <p:nvPr/>
        </p:nvGrpSpPr>
        <p:grpSpPr>
          <a:xfrm>
            <a:off x="4932487" y="4158761"/>
            <a:ext cx="580292" cy="474784"/>
            <a:chOff x="4765431" y="2215662"/>
            <a:chExt cx="580292" cy="474784"/>
          </a:xfrm>
        </p:grpSpPr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C024ACB7-D691-771E-CEBB-51DD39DEEF76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4DBB290D-8919-DAC0-AD31-626E26C3A44F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07BC69A7-A35E-5001-C6BC-DC245BE18FF2}"/>
              </a:ext>
            </a:extLst>
          </p:cNvPr>
          <p:cNvGrpSpPr/>
          <p:nvPr/>
        </p:nvGrpSpPr>
        <p:grpSpPr>
          <a:xfrm>
            <a:off x="4932487" y="834185"/>
            <a:ext cx="580292" cy="474784"/>
            <a:chOff x="4765431" y="2215662"/>
            <a:chExt cx="580292" cy="474784"/>
          </a:xfrm>
        </p:grpSpPr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8E914E78-62D9-2367-C1D6-0A0CCA20A4CC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EAA35872-B972-B60B-5702-C0D10250B24C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2" name="箭头: 右 41">
            <a:extLst>
              <a:ext uri="{FF2B5EF4-FFF2-40B4-BE49-F238E27FC236}">
                <a16:creationId xmlns:a16="http://schemas.microsoft.com/office/drawing/2014/main" id="{732372FD-5027-40E8-80C5-09A08A653415}"/>
              </a:ext>
            </a:extLst>
          </p:cNvPr>
          <p:cNvSpPr/>
          <p:nvPr/>
        </p:nvSpPr>
        <p:spPr>
          <a:xfrm>
            <a:off x="3732334" y="1899139"/>
            <a:ext cx="905608" cy="219808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30E54AD2-C81D-C62D-42A1-C65D53DC8605}"/>
              </a:ext>
            </a:extLst>
          </p:cNvPr>
          <p:cNvSpPr txBox="1"/>
          <p:nvPr/>
        </p:nvSpPr>
        <p:spPr>
          <a:xfrm>
            <a:off x="290274" y="993447"/>
            <a:ext cx="114646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第</a:t>
            </a:r>
            <a:r>
              <a:rPr lang="en-US" altLang="zh-CN" sz="3000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轮</a:t>
            </a:r>
          </a:p>
        </p:txBody>
      </p:sp>
    </p:spTree>
    <p:extLst>
      <p:ext uri="{BB962C8B-B14F-4D97-AF65-F5344CB8AC3E}">
        <p14:creationId xmlns:p14="http://schemas.microsoft.com/office/powerpoint/2010/main" val="334196691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32AA53F-6691-417E-8BCC-043C26ECBB2B}"/>
              </a:ext>
            </a:extLst>
          </p:cNvPr>
          <p:cNvSpPr txBox="1"/>
          <p:nvPr/>
        </p:nvSpPr>
        <p:spPr>
          <a:xfrm>
            <a:off x="290146" y="254977"/>
            <a:ext cx="172354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冒泡排序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FA7DA52F-6AEC-612A-9515-1115D5EFBF2B}"/>
              </a:ext>
            </a:extLst>
          </p:cNvPr>
          <p:cNvGrpSpPr/>
          <p:nvPr/>
        </p:nvGrpSpPr>
        <p:grpSpPr>
          <a:xfrm>
            <a:off x="4932489" y="1784841"/>
            <a:ext cx="580292" cy="474784"/>
            <a:chOff x="4765431" y="2215662"/>
            <a:chExt cx="580292" cy="474784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DD25647B-4385-51E8-55F2-D95BC281032D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4286C3F0-B76D-E9AC-5D33-6C948828017A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72709046-C196-4B31-22BD-E9E1EB69BDD3}"/>
              </a:ext>
            </a:extLst>
          </p:cNvPr>
          <p:cNvGrpSpPr/>
          <p:nvPr/>
        </p:nvGrpSpPr>
        <p:grpSpPr>
          <a:xfrm>
            <a:off x="4932487" y="2259627"/>
            <a:ext cx="580292" cy="474784"/>
            <a:chOff x="4765431" y="2215662"/>
            <a:chExt cx="580292" cy="474784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26F78766-FC0F-4F71-DE8B-3DFB134BE704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EED2FB08-2AF7-9F80-F6C9-76ED61497C23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39ACED12-BEA6-2D5C-935A-7244640B3A69}"/>
              </a:ext>
            </a:extLst>
          </p:cNvPr>
          <p:cNvGrpSpPr/>
          <p:nvPr/>
        </p:nvGrpSpPr>
        <p:grpSpPr>
          <a:xfrm>
            <a:off x="4932489" y="2734408"/>
            <a:ext cx="580292" cy="474784"/>
            <a:chOff x="4765431" y="2215662"/>
            <a:chExt cx="580292" cy="474784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A43E0166-6454-EAEE-B2DB-CA91049E904F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3679F2AD-E106-8D79-398B-31CE55162B4B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32470D5E-68F9-BD5D-0D23-99D5184B2467}"/>
              </a:ext>
            </a:extLst>
          </p:cNvPr>
          <p:cNvGrpSpPr/>
          <p:nvPr/>
        </p:nvGrpSpPr>
        <p:grpSpPr>
          <a:xfrm>
            <a:off x="4932491" y="3209190"/>
            <a:ext cx="580292" cy="474784"/>
            <a:chOff x="4765431" y="2215662"/>
            <a:chExt cx="580292" cy="474784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53D46A49-5BD5-4FFF-E142-B238FF6A7F4D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62A0BCEF-4EDE-307A-DA16-14D8536B4701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2AEAF2E1-E05F-4BEA-D0BE-148B8054F9A9}"/>
              </a:ext>
            </a:extLst>
          </p:cNvPr>
          <p:cNvGrpSpPr/>
          <p:nvPr/>
        </p:nvGrpSpPr>
        <p:grpSpPr>
          <a:xfrm>
            <a:off x="4932487" y="3683970"/>
            <a:ext cx="580292" cy="474784"/>
            <a:chOff x="4765431" y="2215662"/>
            <a:chExt cx="580292" cy="474784"/>
          </a:xfrm>
        </p:grpSpPr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04C5B4B6-0E45-7322-7508-A3E25F99B00C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F9633A2C-B667-5152-1981-5E634ABFE825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391055BF-2B82-EE46-41A7-ABE2D9326B8E}"/>
              </a:ext>
            </a:extLst>
          </p:cNvPr>
          <p:cNvGrpSpPr/>
          <p:nvPr/>
        </p:nvGrpSpPr>
        <p:grpSpPr>
          <a:xfrm>
            <a:off x="4932487" y="1310052"/>
            <a:ext cx="580292" cy="474784"/>
            <a:chOff x="4765431" y="2215662"/>
            <a:chExt cx="580292" cy="474784"/>
          </a:xfrm>
        </p:grpSpPr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09876F29-F25A-2476-C9AE-7360CA4D1F40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B1992B33-E877-D608-B638-86892D0DD846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9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2B2C69D5-5564-6FFD-F934-C5C66030B3D3}"/>
              </a:ext>
            </a:extLst>
          </p:cNvPr>
          <p:cNvGrpSpPr/>
          <p:nvPr/>
        </p:nvGrpSpPr>
        <p:grpSpPr>
          <a:xfrm>
            <a:off x="4932487" y="4633549"/>
            <a:ext cx="580292" cy="474784"/>
            <a:chOff x="4765431" y="2215662"/>
            <a:chExt cx="580292" cy="474784"/>
          </a:xfrm>
        </p:grpSpPr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D8AFE37A-27DF-3B9B-4FA2-BFFF7923BEE8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9F61A6FC-9503-B42A-29E8-539A7FADF1E7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7DC8E6C9-C9C7-9B5B-0AA2-497400B4AD09}"/>
              </a:ext>
            </a:extLst>
          </p:cNvPr>
          <p:cNvGrpSpPr/>
          <p:nvPr/>
        </p:nvGrpSpPr>
        <p:grpSpPr>
          <a:xfrm>
            <a:off x="4932487" y="4158761"/>
            <a:ext cx="580292" cy="474784"/>
            <a:chOff x="4765431" y="2215662"/>
            <a:chExt cx="580292" cy="474784"/>
          </a:xfrm>
        </p:grpSpPr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C024ACB7-D691-771E-CEBB-51DD39DEEF76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4DBB290D-8919-DAC0-AD31-626E26C3A44F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07BC69A7-A35E-5001-C6BC-DC245BE18FF2}"/>
              </a:ext>
            </a:extLst>
          </p:cNvPr>
          <p:cNvGrpSpPr/>
          <p:nvPr/>
        </p:nvGrpSpPr>
        <p:grpSpPr>
          <a:xfrm>
            <a:off x="4932487" y="834185"/>
            <a:ext cx="580292" cy="474784"/>
            <a:chOff x="4765431" y="2215662"/>
            <a:chExt cx="580292" cy="474784"/>
          </a:xfrm>
        </p:grpSpPr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8E914E78-62D9-2367-C1D6-0A0CCA20A4CC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EAA35872-B972-B60B-5702-C0D10250B24C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2" name="箭头: 右 41">
            <a:extLst>
              <a:ext uri="{FF2B5EF4-FFF2-40B4-BE49-F238E27FC236}">
                <a16:creationId xmlns:a16="http://schemas.microsoft.com/office/drawing/2014/main" id="{732372FD-5027-40E8-80C5-09A08A653415}"/>
              </a:ext>
            </a:extLst>
          </p:cNvPr>
          <p:cNvSpPr/>
          <p:nvPr/>
        </p:nvSpPr>
        <p:spPr>
          <a:xfrm>
            <a:off x="3732334" y="1424355"/>
            <a:ext cx="905608" cy="219808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AF79D539-0E13-870C-09EC-B80DDFA2D6CD}"/>
              </a:ext>
            </a:extLst>
          </p:cNvPr>
          <p:cNvSpPr txBox="1"/>
          <p:nvPr/>
        </p:nvSpPr>
        <p:spPr>
          <a:xfrm>
            <a:off x="290274" y="993447"/>
            <a:ext cx="114646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第</a:t>
            </a:r>
            <a:r>
              <a:rPr lang="en-US" altLang="zh-CN" sz="3000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轮</a:t>
            </a:r>
          </a:p>
        </p:txBody>
      </p:sp>
    </p:spTree>
    <p:extLst>
      <p:ext uri="{BB962C8B-B14F-4D97-AF65-F5344CB8AC3E}">
        <p14:creationId xmlns:p14="http://schemas.microsoft.com/office/powerpoint/2010/main" val="141692141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32AA53F-6691-417E-8BCC-043C26ECBB2B}"/>
              </a:ext>
            </a:extLst>
          </p:cNvPr>
          <p:cNvSpPr txBox="1"/>
          <p:nvPr/>
        </p:nvSpPr>
        <p:spPr>
          <a:xfrm>
            <a:off x="290146" y="254977"/>
            <a:ext cx="172354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冒泡排序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FA7DA52F-6AEC-612A-9515-1115D5EFBF2B}"/>
              </a:ext>
            </a:extLst>
          </p:cNvPr>
          <p:cNvGrpSpPr/>
          <p:nvPr/>
        </p:nvGrpSpPr>
        <p:grpSpPr>
          <a:xfrm>
            <a:off x="4932489" y="1784841"/>
            <a:ext cx="580292" cy="474784"/>
            <a:chOff x="4765431" y="2215662"/>
            <a:chExt cx="580292" cy="474784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DD25647B-4385-51E8-55F2-D95BC281032D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4286C3F0-B76D-E9AC-5D33-6C948828017A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72709046-C196-4B31-22BD-E9E1EB69BDD3}"/>
              </a:ext>
            </a:extLst>
          </p:cNvPr>
          <p:cNvGrpSpPr/>
          <p:nvPr/>
        </p:nvGrpSpPr>
        <p:grpSpPr>
          <a:xfrm>
            <a:off x="4932487" y="2259627"/>
            <a:ext cx="580292" cy="474784"/>
            <a:chOff x="4765431" y="2215662"/>
            <a:chExt cx="580292" cy="474784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26F78766-FC0F-4F71-DE8B-3DFB134BE704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EED2FB08-2AF7-9F80-F6C9-76ED61497C23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39ACED12-BEA6-2D5C-935A-7244640B3A69}"/>
              </a:ext>
            </a:extLst>
          </p:cNvPr>
          <p:cNvGrpSpPr/>
          <p:nvPr/>
        </p:nvGrpSpPr>
        <p:grpSpPr>
          <a:xfrm>
            <a:off x="4932489" y="2734408"/>
            <a:ext cx="580292" cy="474784"/>
            <a:chOff x="4765431" y="2215662"/>
            <a:chExt cx="580292" cy="474784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A43E0166-6454-EAEE-B2DB-CA91049E904F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3679F2AD-E106-8D79-398B-31CE55162B4B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32470D5E-68F9-BD5D-0D23-99D5184B2467}"/>
              </a:ext>
            </a:extLst>
          </p:cNvPr>
          <p:cNvGrpSpPr/>
          <p:nvPr/>
        </p:nvGrpSpPr>
        <p:grpSpPr>
          <a:xfrm>
            <a:off x="4932491" y="3209190"/>
            <a:ext cx="580292" cy="474784"/>
            <a:chOff x="4765431" y="2215662"/>
            <a:chExt cx="580292" cy="474784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53D46A49-5BD5-4FFF-E142-B238FF6A7F4D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62A0BCEF-4EDE-307A-DA16-14D8536B4701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2AEAF2E1-E05F-4BEA-D0BE-148B8054F9A9}"/>
              </a:ext>
            </a:extLst>
          </p:cNvPr>
          <p:cNvGrpSpPr/>
          <p:nvPr/>
        </p:nvGrpSpPr>
        <p:grpSpPr>
          <a:xfrm>
            <a:off x="4932487" y="3683970"/>
            <a:ext cx="580292" cy="474784"/>
            <a:chOff x="4765431" y="2215662"/>
            <a:chExt cx="580292" cy="474784"/>
          </a:xfrm>
        </p:grpSpPr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04C5B4B6-0E45-7322-7508-A3E25F99B00C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F9633A2C-B667-5152-1981-5E634ABFE825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391055BF-2B82-EE46-41A7-ABE2D9326B8E}"/>
              </a:ext>
            </a:extLst>
          </p:cNvPr>
          <p:cNvGrpSpPr/>
          <p:nvPr/>
        </p:nvGrpSpPr>
        <p:grpSpPr>
          <a:xfrm>
            <a:off x="4932487" y="835270"/>
            <a:ext cx="580292" cy="474784"/>
            <a:chOff x="4765431" y="2215662"/>
            <a:chExt cx="580292" cy="474784"/>
          </a:xfrm>
        </p:grpSpPr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09876F29-F25A-2476-C9AE-7360CA4D1F40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0000"/>
                </a:solidFill>
              </a:endParaRPr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B1992B33-E877-D608-B638-86892D0DD846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9</a:t>
              </a:r>
              <a:endPara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2B2C69D5-5564-6FFD-F934-C5C66030B3D3}"/>
              </a:ext>
            </a:extLst>
          </p:cNvPr>
          <p:cNvGrpSpPr/>
          <p:nvPr/>
        </p:nvGrpSpPr>
        <p:grpSpPr>
          <a:xfrm>
            <a:off x="4932487" y="4633549"/>
            <a:ext cx="580292" cy="474784"/>
            <a:chOff x="4765431" y="2215662"/>
            <a:chExt cx="580292" cy="474784"/>
          </a:xfrm>
        </p:grpSpPr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D8AFE37A-27DF-3B9B-4FA2-BFFF7923BEE8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9F61A6FC-9503-B42A-29E8-539A7FADF1E7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7DC8E6C9-C9C7-9B5B-0AA2-497400B4AD09}"/>
              </a:ext>
            </a:extLst>
          </p:cNvPr>
          <p:cNvGrpSpPr/>
          <p:nvPr/>
        </p:nvGrpSpPr>
        <p:grpSpPr>
          <a:xfrm>
            <a:off x="4932487" y="4158761"/>
            <a:ext cx="580292" cy="474784"/>
            <a:chOff x="4765431" y="2215662"/>
            <a:chExt cx="580292" cy="474784"/>
          </a:xfrm>
        </p:grpSpPr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C024ACB7-D691-771E-CEBB-51DD39DEEF76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4DBB290D-8919-DAC0-AD31-626E26C3A44F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07BC69A7-A35E-5001-C6BC-DC245BE18FF2}"/>
              </a:ext>
            </a:extLst>
          </p:cNvPr>
          <p:cNvGrpSpPr/>
          <p:nvPr/>
        </p:nvGrpSpPr>
        <p:grpSpPr>
          <a:xfrm>
            <a:off x="4932487" y="1308968"/>
            <a:ext cx="580292" cy="474784"/>
            <a:chOff x="4765431" y="2215662"/>
            <a:chExt cx="580292" cy="474784"/>
          </a:xfrm>
        </p:grpSpPr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8E914E78-62D9-2367-C1D6-0A0CCA20A4CC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EAA35872-B972-B60B-5702-C0D10250B24C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2" name="箭头: 右 41">
            <a:extLst>
              <a:ext uri="{FF2B5EF4-FFF2-40B4-BE49-F238E27FC236}">
                <a16:creationId xmlns:a16="http://schemas.microsoft.com/office/drawing/2014/main" id="{732372FD-5027-40E8-80C5-09A08A653415}"/>
              </a:ext>
            </a:extLst>
          </p:cNvPr>
          <p:cNvSpPr/>
          <p:nvPr/>
        </p:nvSpPr>
        <p:spPr>
          <a:xfrm>
            <a:off x="3732334" y="949573"/>
            <a:ext cx="905608" cy="219808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FC07C041-96BE-80BE-6FFE-99692C8C01E8}"/>
              </a:ext>
            </a:extLst>
          </p:cNvPr>
          <p:cNvSpPr txBox="1"/>
          <p:nvPr/>
        </p:nvSpPr>
        <p:spPr>
          <a:xfrm>
            <a:off x="290274" y="993447"/>
            <a:ext cx="114646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第</a:t>
            </a:r>
            <a:r>
              <a:rPr lang="en-US" altLang="zh-CN" sz="3000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轮</a:t>
            </a:r>
          </a:p>
        </p:txBody>
      </p:sp>
    </p:spTree>
    <p:extLst>
      <p:ext uri="{BB962C8B-B14F-4D97-AF65-F5344CB8AC3E}">
        <p14:creationId xmlns:p14="http://schemas.microsoft.com/office/powerpoint/2010/main" val="380077607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32AA53F-6691-417E-8BCC-043C26ECBB2B}"/>
              </a:ext>
            </a:extLst>
          </p:cNvPr>
          <p:cNvSpPr txBox="1"/>
          <p:nvPr/>
        </p:nvSpPr>
        <p:spPr>
          <a:xfrm>
            <a:off x="290146" y="254977"/>
            <a:ext cx="172354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冒泡排序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FA7DA52F-6AEC-612A-9515-1115D5EFBF2B}"/>
              </a:ext>
            </a:extLst>
          </p:cNvPr>
          <p:cNvGrpSpPr/>
          <p:nvPr/>
        </p:nvGrpSpPr>
        <p:grpSpPr>
          <a:xfrm>
            <a:off x="4932489" y="1784841"/>
            <a:ext cx="580292" cy="474784"/>
            <a:chOff x="4765431" y="2215662"/>
            <a:chExt cx="580292" cy="474784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DD25647B-4385-51E8-55F2-D95BC281032D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4286C3F0-B76D-E9AC-5D33-6C948828017A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72709046-C196-4B31-22BD-E9E1EB69BDD3}"/>
              </a:ext>
            </a:extLst>
          </p:cNvPr>
          <p:cNvGrpSpPr/>
          <p:nvPr/>
        </p:nvGrpSpPr>
        <p:grpSpPr>
          <a:xfrm>
            <a:off x="4932487" y="2259627"/>
            <a:ext cx="580292" cy="474784"/>
            <a:chOff x="4765431" y="2215662"/>
            <a:chExt cx="580292" cy="474784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26F78766-FC0F-4F71-DE8B-3DFB134BE704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EED2FB08-2AF7-9F80-F6C9-76ED61497C23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39ACED12-BEA6-2D5C-935A-7244640B3A69}"/>
              </a:ext>
            </a:extLst>
          </p:cNvPr>
          <p:cNvGrpSpPr/>
          <p:nvPr/>
        </p:nvGrpSpPr>
        <p:grpSpPr>
          <a:xfrm>
            <a:off x="4932489" y="2734408"/>
            <a:ext cx="580292" cy="474784"/>
            <a:chOff x="4765431" y="2215662"/>
            <a:chExt cx="580292" cy="474784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A43E0166-6454-EAEE-B2DB-CA91049E904F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3679F2AD-E106-8D79-398B-31CE55162B4B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32470D5E-68F9-BD5D-0D23-99D5184B2467}"/>
              </a:ext>
            </a:extLst>
          </p:cNvPr>
          <p:cNvGrpSpPr/>
          <p:nvPr/>
        </p:nvGrpSpPr>
        <p:grpSpPr>
          <a:xfrm>
            <a:off x="4932491" y="3209190"/>
            <a:ext cx="580292" cy="474784"/>
            <a:chOff x="4765431" y="2215662"/>
            <a:chExt cx="580292" cy="474784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53D46A49-5BD5-4FFF-E142-B238FF6A7F4D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62A0BCEF-4EDE-307A-DA16-14D8536B4701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2AEAF2E1-E05F-4BEA-D0BE-148B8054F9A9}"/>
              </a:ext>
            </a:extLst>
          </p:cNvPr>
          <p:cNvGrpSpPr/>
          <p:nvPr/>
        </p:nvGrpSpPr>
        <p:grpSpPr>
          <a:xfrm>
            <a:off x="4932487" y="3683970"/>
            <a:ext cx="580292" cy="474784"/>
            <a:chOff x="4765431" y="2215662"/>
            <a:chExt cx="580292" cy="474784"/>
          </a:xfrm>
        </p:grpSpPr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04C5B4B6-0E45-7322-7508-A3E25F99B00C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F9633A2C-B667-5152-1981-5E634ABFE825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391055BF-2B82-EE46-41A7-ABE2D9326B8E}"/>
              </a:ext>
            </a:extLst>
          </p:cNvPr>
          <p:cNvGrpSpPr/>
          <p:nvPr/>
        </p:nvGrpSpPr>
        <p:grpSpPr>
          <a:xfrm>
            <a:off x="4932487" y="835270"/>
            <a:ext cx="580292" cy="474784"/>
            <a:chOff x="4765431" y="2215662"/>
            <a:chExt cx="580292" cy="474784"/>
          </a:xfrm>
        </p:grpSpPr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09876F29-F25A-2476-C9AE-7360CA4D1F40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0000"/>
                </a:solidFill>
              </a:endParaRPr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B1992B33-E877-D608-B638-86892D0DD846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9</a:t>
              </a:r>
              <a:endPara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2B2C69D5-5564-6FFD-F934-C5C66030B3D3}"/>
              </a:ext>
            </a:extLst>
          </p:cNvPr>
          <p:cNvGrpSpPr/>
          <p:nvPr/>
        </p:nvGrpSpPr>
        <p:grpSpPr>
          <a:xfrm>
            <a:off x="4932487" y="4633549"/>
            <a:ext cx="580292" cy="474784"/>
            <a:chOff x="4765431" y="2215662"/>
            <a:chExt cx="580292" cy="474784"/>
          </a:xfrm>
        </p:grpSpPr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D8AFE37A-27DF-3B9B-4FA2-BFFF7923BEE8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9F61A6FC-9503-B42A-29E8-539A7FADF1E7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7DC8E6C9-C9C7-9B5B-0AA2-497400B4AD09}"/>
              </a:ext>
            </a:extLst>
          </p:cNvPr>
          <p:cNvGrpSpPr/>
          <p:nvPr/>
        </p:nvGrpSpPr>
        <p:grpSpPr>
          <a:xfrm>
            <a:off x="4932487" y="4158761"/>
            <a:ext cx="580292" cy="474784"/>
            <a:chOff x="4765431" y="2215662"/>
            <a:chExt cx="580292" cy="474784"/>
          </a:xfrm>
        </p:grpSpPr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C024ACB7-D691-771E-CEBB-51DD39DEEF76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4DBB290D-8919-DAC0-AD31-626E26C3A44F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07BC69A7-A35E-5001-C6BC-DC245BE18FF2}"/>
              </a:ext>
            </a:extLst>
          </p:cNvPr>
          <p:cNvGrpSpPr/>
          <p:nvPr/>
        </p:nvGrpSpPr>
        <p:grpSpPr>
          <a:xfrm>
            <a:off x="4932487" y="1308968"/>
            <a:ext cx="580292" cy="474784"/>
            <a:chOff x="4765431" y="2215662"/>
            <a:chExt cx="580292" cy="474784"/>
          </a:xfrm>
        </p:grpSpPr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8E914E78-62D9-2367-C1D6-0A0CCA20A4CC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EAA35872-B972-B60B-5702-C0D10250B24C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2" name="箭头: 右 41">
            <a:extLst>
              <a:ext uri="{FF2B5EF4-FFF2-40B4-BE49-F238E27FC236}">
                <a16:creationId xmlns:a16="http://schemas.microsoft.com/office/drawing/2014/main" id="{732372FD-5027-40E8-80C5-09A08A653415}"/>
              </a:ext>
            </a:extLst>
          </p:cNvPr>
          <p:cNvSpPr/>
          <p:nvPr/>
        </p:nvSpPr>
        <p:spPr>
          <a:xfrm>
            <a:off x="3732334" y="4774225"/>
            <a:ext cx="905608" cy="219808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E3311119-B406-E1E4-3CF9-349EA3E66D04}"/>
              </a:ext>
            </a:extLst>
          </p:cNvPr>
          <p:cNvSpPr txBox="1"/>
          <p:nvPr/>
        </p:nvSpPr>
        <p:spPr>
          <a:xfrm>
            <a:off x="290274" y="993447"/>
            <a:ext cx="114646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第</a:t>
            </a:r>
            <a:r>
              <a:rPr lang="en-US" altLang="zh-CN" sz="3000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轮</a:t>
            </a:r>
          </a:p>
        </p:txBody>
      </p:sp>
    </p:spTree>
    <p:extLst>
      <p:ext uri="{BB962C8B-B14F-4D97-AF65-F5344CB8AC3E}">
        <p14:creationId xmlns:p14="http://schemas.microsoft.com/office/powerpoint/2010/main" val="6372704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32AA53F-6691-417E-8BCC-043C26ECBB2B}"/>
              </a:ext>
            </a:extLst>
          </p:cNvPr>
          <p:cNvSpPr txBox="1"/>
          <p:nvPr/>
        </p:nvSpPr>
        <p:spPr>
          <a:xfrm>
            <a:off x="290146" y="254977"/>
            <a:ext cx="172354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冒泡排序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FA7DA52F-6AEC-612A-9515-1115D5EFBF2B}"/>
              </a:ext>
            </a:extLst>
          </p:cNvPr>
          <p:cNvGrpSpPr/>
          <p:nvPr/>
        </p:nvGrpSpPr>
        <p:grpSpPr>
          <a:xfrm>
            <a:off x="4932489" y="1784841"/>
            <a:ext cx="580292" cy="474784"/>
            <a:chOff x="4765431" y="2215662"/>
            <a:chExt cx="580292" cy="474784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DD25647B-4385-51E8-55F2-D95BC281032D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4286C3F0-B76D-E9AC-5D33-6C948828017A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72709046-C196-4B31-22BD-E9E1EB69BDD3}"/>
              </a:ext>
            </a:extLst>
          </p:cNvPr>
          <p:cNvGrpSpPr/>
          <p:nvPr/>
        </p:nvGrpSpPr>
        <p:grpSpPr>
          <a:xfrm>
            <a:off x="4932487" y="2259627"/>
            <a:ext cx="580292" cy="474784"/>
            <a:chOff x="4765431" y="2215662"/>
            <a:chExt cx="580292" cy="474784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26F78766-FC0F-4F71-DE8B-3DFB134BE704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EED2FB08-2AF7-9F80-F6C9-76ED61497C23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39ACED12-BEA6-2D5C-935A-7244640B3A69}"/>
              </a:ext>
            </a:extLst>
          </p:cNvPr>
          <p:cNvGrpSpPr/>
          <p:nvPr/>
        </p:nvGrpSpPr>
        <p:grpSpPr>
          <a:xfrm>
            <a:off x="4932489" y="2734408"/>
            <a:ext cx="580292" cy="474784"/>
            <a:chOff x="4765431" y="2215662"/>
            <a:chExt cx="580292" cy="474784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A43E0166-6454-EAEE-B2DB-CA91049E904F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3679F2AD-E106-8D79-398B-31CE55162B4B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32470D5E-68F9-BD5D-0D23-99D5184B2467}"/>
              </a:ext>
            </a:extLst>
          </p:cNvPr>
          <p:cNvGrpSpPr/>
          <p:nvPr/>
        </p:nvGrpSpPr>
        <p:grpSpPr>
          <a:xfrm>
            <a:off x="4932491" y="3209190"/>
            <a:ext cx="580292" cy="474784"/>
            <a:chOff x="4765431" y="2215662"/>
            <a:chExt cx="580292" cy="474784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53D46A49-5BD5-4FFF-E142-B238FF6A7F4D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62A0BCEF-4EDE-307A-DA16-14D8536B4701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2AEAF2E1-E05F-4BEA-D0BE-148B8054F9A9}"/>
              </a:ext>
            </a:extLst>
          </p:cNvPr>
          <p:cNvGrpSpPr/>
          <p:nvPr/>
        </p:nvGrpSpPr>
        <p:grpSpPr>
          <a:xfrm>
            <a:off x="4932487" y="3683970"/>
            <a:ext cx="580292" cy="474784"/>
            <a:chOff x="4765431" y="2215662"/>
            <a:chExt cx="580292" cy="474784"/>
          </a:xfrm>
        </p:grpSpPr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04C5B4B6-0E45-7322-7508-A3E25F99B00C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F9633A2C-B667-5152-1981-5E634ABFE825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391055BF-2B82-EE46-41A7-ABE2D9326B8E}"/>
              </a:ext>
            </a:extLst>
          </p:cNvPr>
          <p:cNvGrpSpPr/>
          <p:nvPr/>
        </p:nvGrpSpPr>
        <p:grpSpPr>
          <a:xfrm>
            <a:off x="4932487" y="835270"/>
            <a:ext cx="580292" cy="474784"/>
            <a:chOff x="4765431" y="2215662"/>
            <a:chExt cx="580292" cy="474784"/>
          </a:xfrm>
        </p:grpSpPr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09876F29-F25A-2476-C9AE-7360CA4D1F40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0000"/>
                </a:solidFill>
              </a:endParaRPr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B1992B33-E877-D608-B638-86892D0DD846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9</a:t>
              </a:r>
              <a:endPara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2B2C69D5-5564-6FFD-F934-C5C66030B3D3}"/>
              </a:ext>
            </a:extLst>
          </p:cNvPr>
          <p:cNvGrpSpPr/>
          <p:nvPr/>
        </p:nvGrpSpPr>
        <p:grpSpPr>
          <a:xfrm>
            <a:off x="4932487" y="4633549"/>
            <a:ext cx="580292" cy="474784"/>
            <a:chOff x="4765431" y="2215662"/>
            <a:chExt cx="580292" cy="474784"/>
          </a:xfrm>
        </p:grpSpPr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D8AFE37A-27DF-3B9B-4FA2-BFFF7923BEE8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9F61A6FC-9503-B42A-29E8-539A7FADF1E7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7DC8E6C9-C9C7-9B5B-0AA2-497400B4AD09}"/>
              </a:ext>
            </a:extLst>
          </p:cNvPr>
          <p:cNvGrpSpPr/>
          <p:nvPr/>
        </p:nvGrpSpPr>
        <p:grpSpPr>
          <a:xfrm>
            <a:off x="4932487" y="4158761"/>
            <a:ext cx="580292" cy="474784"/>
            <a:chOff x="4765431" y="2215662"/>
            <a:chExt cx="580292" cy="474784"/>
          </a:xfrm>
        </p:grpSpPr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C024ACB7-D691-771E-CEBB-51DD39DEEF76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4DBB290D-8919-DAC0-AD31-626E26C3A44F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07BC69A7-A35E-5001-C6BC-DC245BE18FF2}"/>
              </a:ext>
            </a:extLst>
          </p:cNvPr>
          <p:cNvGrpSpPr/>
          <p:nvPr/>
        </p:nvGrpSpPr>
        <p:grpSpPr>
          <a:xfrm>
            <a:off x="4932487" y="1308968"/>
            <a:ext cx="580292" cy="474784"/>
            <a:chOff x="4765431" y="2215662"/>
            <a:chExt cx="580292" cy="474784"/>
          </a:xfrm>
        </p:grpSpPr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8E914E78-62D9-2367-C1D6-0A0CCA20A4CC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EAA35872-B972-B60B-5702-C0D10250B24C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2" name="箭头: 右 41">
            <a:extLst>
              <a:ext uri="{FF2B5EF4-FFF2-40B4-BE49-F238E27FC236}">
                <a16:creationId xmlns:a16="http://schemas.microsoft.com/office/drawing/2014/main" id="{732372FD-5027-40E8-80C5-09A08A653415}"/>
              </a:ext>
            </a:extLst>
          </p:cNvPr>
          <p:cNvSpPr/>
          <p:nvPr/>
        </p:nvSpPr>
        <p:spPr>
          <a:xfrm>
            <a:off x="3732334" y="4308238"/>
            <a:ext cx="905608" cy="219808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E3311119-B406-E1E4-3CF9-349EA3E66D04}"/>
              </a:ext>
            </a:extLst>
          </p:cNvPr>
          <p:cNvSpPr txBox="1"/>
          <p:nvPr/>
        </p:nvSpPr>
        <p:spPr>
          <a:xfrm>
            <a:off x="290274" y="993447"/>
            <a:ext cx="114646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第</a:t>
            </a:r>
            <a:r>
              <a:rPr lang="en-US" altLang="zh-CN" sz="3000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轮</a:t>
            </a:r>
          </a:p>
        </p:txBody>
      </p:sp>
    </p:spTree>
    <p:extLst>
      <p:ext uri="{BB962C8B-B14F-4D97-AF65-F5344CB8AC3E}">
        <p14:creationId xmlns:p14="http://schemas.microsoft.com/office/powerpoint/2010/main" val="92641780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32AA53F-6691-417E-8BCC-043C26ECBB2B}"/>
              </a:ext>
            </a:extLst>
          </p:cNvPr>
          <p:cNvSpPr txBox="1"/>
          <p:nvPr/>
        </p:nvSpPr>
        <p:spPr>
          <a:xfrm>
            <a:off x="290146" y="254977"/>
            <a:ext cx="172354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冒泡排序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FA7DA52F-6AEC-612A-9515-1115D5EFBF2B}"/>
              </a:ext>
            </a:extLst>
          </p:cNvPr>
          <p:cNvGrpSpPr/>
          <p:nvPr/>
        </p:nvGrpSpPr>
        <p:grpSpPr>
          <a:xfrm>
            <a:off x="4932489" y="1784841"/>
            <a:ext cx="580292" cy="474784"/>
            <a:chOff x="4765431" y="2215662"/>
            <a:chExt cx="580292" cy="474784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DD25647B-4385-51E8-55F2-D95BC281032D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4286C3F0-B76D-E9AC-5D33-6C948828017A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72709046-C196-4B31-22BD-E9E1EB69BDD3}"/>
              </a:ext>
            </a:extLst>
          </p:cNvPr>
          <p:cNvGrpSpPr/>
          <p:nvPr/>
        </p:nvGrpSpPr>
        <p:grpSpPr>
          <a:xfrm>
            <a:off x="4932487" y="2259627"/>
            <a:ext cx="580292" cy="474784"/>
            <a:chOff x="4765431" y="2215662"/>
            <a:chExt cx="580292" cy="474784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26F78766-FC0F-4F71-DE8B-3DFB134BE704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EED2FB08-2AF7-9F80-F6C9-76ED61497C23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39ACED12-BEA6-2D5C-935A-7244640B3A69}"/>
              </a:ext>
            </a:extLst>
          </p:cNvPr>
          <p:cNvGrpSpPr/>
          <p:nvPr/>
        </p:nvGrpSpPr>
        <p:grpSpPr>
          <a:xfrm>
            <a:off x="4932489" y="2734408"/>
            <a:ext cx="580292" cy="474784"/>
            <a:chOff x="4765431" y="2215662"/>
            <a:chExt cx="580292" cy="474784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A43E0166-6454-EAEE-B2DB-CA91049E904F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3679F2AD-E106-8D79-398B-31CE55162B4B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32470D5E-68F9-BD5D-0D23-99D5184B2467}"/>
              </a:ext>
            </a:extLst>
          </p:cNvPr>
          <p:cNvGrpSpPr/>
          <p:nvPr/>
        </p:nvGrpSpPr>
        <p:grpSpPr>
          <a:xfrm>
            <a:off x="4932491" y="3209190"/>
            <a:ext cx="580292" cy="474784"/>
            <a:chOff x="4765431" y="2215662"/>
            <a:chExt cx="580292" cy="474784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53D46A49-5BD5-4FFF-E142-B238FF6A7F4D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62A0BCEF-4EDE-307A-DA16-14D8536B4701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2AEAF2E1-E05F-4BEA-D0BE-148B8054F9A9}"/>
              </a:ext>
            </a:extLst>
          </p:cNvPr>
          <p:cNvGrpSpPr/>
          <p:nvPr/>
        </p:nvGrpSpPr>
        <p:grpSpPr>
          <a:xfrm>
            <a:off x="4932489" y="4158757"/>
            <a:ext cx="580292" cy="474784"/>
            <a:chOff x="4765431" y="2215662"/>
            <a:chExt cx="580292" cy="474784"/>
          </a:xfrm>
        </p:grpSpPr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04C5B4B6-0E45-7322-7508-A3E25F99B00C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F9633A2C-B667-5152-1981-5E634ABFE825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391055BF-2B82-EE46-41A7-ABE2D9326B8E}"/>
              </a:ext>
            </a:extLst>
          </p:cNvPr>
          <p:cNvGrpSpPr/>
          <p:nvPr/>
        </p:nvGrpSpPr>
        <p:grpSpPr>
          <a:xfrm>
            <a:off x="4932487" y="835270"/>
            <a:ext cx="580292" cy="474784"/>
            <a:chOff x="4765431" y="2215662"/>
            <a:chExt cx="580292" cy="474784"/>
          </a:xfrm>
        </p:grpSpPr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09876F29-F25A-2476-C9AE-7360CA4D1F40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0000"/>
                </a:solidFill>
              </a:endParaRPr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B1992B33-E877-D608-B638-86892D0DD846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9</a:t>
              </a:r>
              <a:endPara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2B2C69D5-5564-6FFD-F934-C5C66030B3D3}"/>
              </a:ext>
            </a:extLst>
          </p:cNvPr>
          <p:cNvGrpSpPr/>
          <p:nvPr/>
        </p:nvGrpSpPr>
        <p:grpSpPr>
          <a:xfrm>
            <a:off x="4932487" y="4633549"/>
            <a:ext cx="580292" cy="474784"/>
            <a:chOff x="4765431" y="2215662"/>
            <a:chExt cx="580292" cy="474784"/>
          </a:xfrm>
        </p:grpSpPr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D8AFE37A-27DF-3B9B-4FA2-BFFF7923BEE8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9F61A6FC-9503-B42A-29E8-539A7FADF1E7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7DC8E6C9-C9C7-9B5B-0AA2-497400B4AD09}"/>
              </a:ext>
            </a:extLst>
          </p:cNvPr>
          <p:cNvGrpSpPr/>
          <p:nvPr/>
        </p:nvGrpSpPr>
        <p:grpSpPr>
          <a:xfrm>
            <a:off x="4932487" y="3683972"/>
            <a:ext cx="580292" cy="474784"/>
            <a:chOff x="4765431" y="2215662"/>
            <a:chExt cx="580292" cy="474784"/>
          </a:xfrm>
        </p:grpSpPr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C024ACB7-D691-771E-CEBB-51DD39DEEF76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4DBB290D-8919-DAC0-AD31-626E26C3A44F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07BC69A7-A35E-5001-C6BC-DC245BE18FF2}"/>
              </a:ext>
            </a:extLst>
          </p:cNvPr>
          <p:cNvGrpSpPr/>
          <p:nvPr/>
        </p:nvGrpSpPr>
        <p:grpSpPr>
          <a:xfrm>
            <a:off x="4932487" y="1308968"/>
            <a:ext cx="580292" cy="474784"/>
            <a:chOff x="4765431" y="2215662"/>
            <a:chExt cx="580292" cy="474784"/>
          </a:xfrm>
        </p:grpSpPr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8E914E78-62D9-2367-C1D6-0A0CCA20A4CC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EAA35872-B972-B60B-5702-C0D10250B24C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2" name="箭头: 右 41">
            <a:extLst>
              <a:ext uri="{FF2B5EF4-FFF2-40B4-BE49-F238E27FC236}">
                <a16:creationId xmlns:a16="http://schemas.microsoft.com/office/drawing/2014/main" id="{732372FD-5027-40E8-80C5-09A08A653415}"/>
              </a:ext>
            </a:extLst>
          </p:cNvPr>
          <p:cNvSpPr/>
          <p:nvPr/>
        </p:nvSpPr>
        <p:spPr>
          <a:xfrm>
            <a:off x="3732334" y="3833449"/>
            <a:ext cx="905608" cy="219808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E3311119-B406-E1E4-3CF9-349EA3E66D04}"/>
              </a:ext>
            </a:extLst>
          </p:cNvPr>
          <p:cNvSpPr txBox="1"/>
          <p:nvPr/>
        </p:nvSpPr>
        <p:spPr>
          <a:xfrm>
            <a:off x="290274" y="993447"/>
            <a:ext cx="114646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第</a:t>
            </a:r>
            <a:r>
              <a:rPr lang="en-US" altLang="zh-CN" sz="3000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轮</a:t>
            </a:r>
          </a:p>
        </p:txBody>
      </p:sp>
    </p:spTree>
    <p:extLst>
      <p:ext uri="{BB962C8B-B14F-4D97-AF65-F5344CB8AC3E}">
        <p14:creationId xmlns:p14="http://schemas.microsoft.com/office/powerpoint/2010/main" val="311031166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32AA53F-6691-417E-8BCC-043C26ECBB2B}"/>
              </a:ext>
            </a:extLst>
          </p:cNvPr>
          <p:cNvSpPr txBox="1"/>
          <p:nvPr/>
        </p:nvSpPr>
        <p:spPr>
          <a:xfrm>
            <a:off x="290146" y="254977"/>
            <a:ext cx="172354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冒泡排序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FA7DA52F-6AEC-612A-9515-1115D5EFBF2B}"/>
              </a:ext>
            </a:extLst>
          </p:cNvPr>
          <p:cNvGrpSpPr/>
          <p:nvPr/>
        </p:nvGrpSpPr>
        <p:grpSpPr>
          <a:xfrm>
            <a:off x="4932489" y="1784841"/>
            <a:ext cx="580292" cy="474784"/>
            <a:chOff x="4765431" y="2215662"/>
            <a:chExt cx="580292" cy="474784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DD25647B-4385-51E8-55F2-D95BC281032D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4286C3F0-B76D-E9AC-5D33-6C948828017A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72709046-C196-4B31-22BD-E9E1EB69BDD3}"/>
              </a:ext>
            </a:extLst>
          </p:cNvPr>
          <p:cNvGrpSpPr/>
          <p:nvPr/>
        </p:nvGrpSpPr>
        <p:grpSpPr>
          <a:xfrm>
            <a:off x="4932487" y="2259627"/>
            <a:ext cx="580292" cy="474784"/>
            <a:chOff x="4765431" y="2215662"/>
            <a:chExt cx="580292" cy="474784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26F78766-FC0F-4F71-DE8B-3DFB134BE704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EED2FB08-2AF7-9F80-F6C9-76ED61497C23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39ACED12-BEA6-2D5C-935A-7244640B3A69}"/>
              </a:ext>
            </a:extLst>
          </p:cNvPr>
          <p:cNvGrpSpPr/>
          <p:nvPr/>
        </p:nvGrpSpPr>
        <p:grpSpPr>
          <a:xfrm>
            <a:off x="4932489" y="2734408"/>
            <a:ext cx="580292" cy="474784"/>
            <a:chOff x="4765431" y="2215662"/>
            <a:chExt cx="580292" cy="474784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A43E0166-6454-EAEE-B2DB-CA91049E904F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3679F2AD-E106-8D79-398B-31CE55162B4B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32470D5E-68F9-BD5D-0D23-99D5184B2467}"/>
              </a:ext>
            </a:extLst>
          </p:cNvPr>
          <p:cNvGrpSpPr/>
          <p:nvPr/>
        </p:nvGrpSpPr>
        <p:grpSpPr>
          <a:xfrm>
            <a:off x="4932489" y="3683975"/>
            <a:ext cx="580292" cy="474784"/>
            <a:chOff x="4765431" y="2215662"/>
            <a:chExt cx="580292" cy="474784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53D46A49-5BD5-4FFF-E142-B238FF6A7F4D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62A0BCEF-4EDE-307A-DA16-14D8536B4701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2AEAF2E1-E05F-4BEA-D0BE-148B8054F9A9}"/>
              </a:ext>
            </a:extLst>
          </p:cNvPr>
          <p:cNvGrpSpPr/>
          <p:nvPr/>
        </p:nvGrpSpPr>
        <p:grpSpPr>
          <a:xfrm>
            <a:off x="4932489" y="4158757"/>
            <a:ext cx="580292" cy="474784"/>
            <a:chOff x="4765431" y="2215662"/>
            <a:chExt cx="580292" cy="474784"/>
          </a:xfrm>
        </p:grpSpPr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04C5B4B6-0E45-7322-7508-A3E25F99B00C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F9633A2C-B667-5152-1981-5E634ABFE825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391055BF-2B82-EE46-41A7-ABE2D9326B8E}"/>
              </a:ext>
            </a:extLst>
          </p:cNvPr>
          <p:cNvGrpSpPr/>
          <p:nvPr/>
        </p:nvGrpSpPr>
        <p:grpSpPr>
          <a:xfrm>
            <a:off x="4932487" y="835270"/>
            <a:ext cx="580292" cy="474784"/>
            <a:chOff x="4765431" y="2215662"/>
            <a:chExt cx="580292" cy="474784"/>
          </a:xfrm>
        </p:grpSpPr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09876F29-F25A-2476-C9AE-7360CA4D1F40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0000"/>
                </a:solidFill>
              </a:endParaRPr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B1992B33-E877-D608-B638-86892D0DD846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9</a:t>
              </a:r>
              <a:endPara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2B2C69D5-5564-6FFD-F934-C5C66030B3D3}"/>
              </a:ext>
            </a:extLst>
          </p:cNvPr>
          <p:cNvGrpSpPr/>
          <p:nvPr/>
        </p:nvGrpSpPr>
        <p:grpSpPr>
          <a:xfrm>
            <a:off x="4932487" y="4633549"/>
            <a:ext cx="580292" cy="474784"/>
            <a:chOff x="4765431" y="2215662"/>
            <a:chExt cx="580292" cy="474784"/>
          </a:xfrm>
        </p:grpSpPr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D8AFE37A-27DF-3B9B-4FA2-BFFF7923BEE8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9F61A6FC-9503-B42A-29E8-539A7FADF1E7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7DC8E6C9-C9C7-9B5B-0AA2-497400B4AD09}"/>
              </a:ext>
            </a:extLst>
          </p:cNvPr>
          <p:cNvGrpSpPr/>
          <p:nvPr/>
        </p:nvGrpSpPr>
        <p:grpSpPr>
          <a:xfrm>
            <a:off x="4932487" y="3209189"/>
            <a:ext cx="580292" cy="474784"/>
            <a:chOff x="4765431" y="2215662"/>
            <a:chExt cx="580292" cy="474784"/>
          </a:xfrm>
        </p:grpSpPr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C024ACB7-D691-771E-CEBB-51DD39DEEF76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4DBB290D-8919-DAC0-AD31-626E26C3A44F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07BC69A7-A35E-5001-C6BC-DC245BE18FF2}"/>
              </a:ext>
            </a:extLst>
          </p:cNvPr>
          <p:cNvGrpSpPr/>
          <p:nvPr/>
        </p:nvGrpSpPr>
        <p:grpSpPr>
          <a:xfrm>
            <a:off x="4932487" y="1308968"/>
            <a:ext cx="580292" cy="474784"/>
            <a:chOff x="4765431" y="2215662"/>
            <a:chExt cx="580292" cy="474784"/>
          </a:xfrm>
        </p:grpSpPr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8E914E78-62D9-2367-C1D6-0A0CCA20A4CC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EAA35872-B972-B60B-5702-C0D10250B24C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2" name="箭头: 右 41">
            <a:extLst>
              <a:ext uri="{FF2B5EF4-FFF2-40B4-BE49-F238E27FC236}">
                <a16:creationId xmlns:a16="http://schemas.microsoft.com/office/drawing/2014/main" id="{732372FD-5027-40E8-80C5-09A08A653415}"/>
              </a:ext>
            </a:extLst>
          </p:cNvPr>
          <p:cNvSpPr/>
          <p:nvPr/>
        </p:nvSpPr>
        <p:spPr>
          <a:xfrm>
            <a:off x="3732334" y="3358666"/>
            <a:ext cx="905608" cy="219808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E3311119-B406-E1E4-3CF9-349EA3E66D04}"/>
              </a:ext>
            </a:extLst>
          </p:cNvPr>
          <p:cNvSpPr txBox="1"/>
          <p:nvPr/>
        </p:nvSpPr>
        <p:spPr>
          <a:xfrm>
            <a:off x="290274" y="993447"/>
            <a:ext cx="114646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第</a:t>
            </a:r>
            <a:r>
              <a:rPr lang="en-US" altLang="zh-CN" sz="3000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轮</a:t>
            </a:r>
          </a:p>
        </p:txBody>
      </p:sp>
    </p:spTree>
    <p:extLst>
      <p:ext uri="{BB962C8B-B14F-4D97-AF65-F5344CB8AC3E}">
        <p14:creationId xmlns:p14="http://schemas.microsoft.com/office/powerpoint/2010/main" val="20241495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32AA53F-6691-417E-8BCC-043C26ECBB2B}"/>
              </a:ext>
            </a:extLst>
          </p:cNvPr>
          <p:cNvSpPr txBox="1"/>
          <p:nvPr/>
        </p:nvSpPr>
        <p:spPr>
          <a:xfrm>
            <a:off x="290146" y="254977"/>
            <a:ext cx="172354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冒泡排序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FA7DA52F-6AEC-612A-9515-1115D5EFBF2B}"/>
              </a:ext>
            </a:extLst>
          </p:cNvPr>
          <p:cNvGrpSpPr/>
          <p:nvPr/>
        </p:nvGrpSpPr>
        <p:grpSpPr>
          <a:xfrm>
            <a:off x="4932489" y="1784841"/>
            <a:ext cx="580292" cy="474784"/>
            <a:chOff x="4765431" y="2215662"/>
            <a:chExt cx="580292" cy="474784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DD25647B-4385-51E8-55F2-D95BC281032D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4286C3F0-B76D-E9AC-5D33-6C948828017A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72709046-C196-4B31-22BD-E9E1EB69BDD3}"/>
              </a:ext>
            </a:extLst>
          </p:cNvPr>
          <p:cNvGrpSpPr/>
          <p:nvPr/>
        </p:nvGrpSpPr>
        <p:grpSpPr>
          <a:xfrm>
            <a:off x="4932487" y="2259627"/>
            <a:ext cx="580292" cy="474784"/>
            <a:chOff x="4765431" y="2215662"/>
            <a:chExt cx="580292" cy="474784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26F78766-FC0F-4F71-DE8B-3DFB134BE704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EED2FB08-2AF7-9F80-F6C9-76ED61497C23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39ACED12-BEA6-2D5C-935A-7244640B3A69}"/>
              </a:ext>
            </a:extLst>
          </p:cNvPr>
          <p:cNvGrpSpPr/>
          <p:nvPr/>
        </p:nvGrpSpPr>
        <p:grpSpPr>
          <a:xfrm>
            <a:off x="4932490" y="3209195"/>
            <a:ext cx="580292" cy="474784"/>
            <a:chOff x="4765431" y="2215662"/>
            <a:chExt cx="580292" cy="474784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A43E0166-6454-EAEE-B2DB-CA91049E904F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3679F2AD-E106-8D79-398B-31CE55162B4B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32470D5E-68F9-BD5D-0D23-99D5184B2467}"/>
              </a:ext>
            </a:extLst>
          </p:cNvPr>
          <p:cNvGrpSpPr/>
          <p:nvPr/>
        </p:nvGrpSpPr>
        <p:grpSpPr>
          <a:xfrm>
            <a:off x="4932489" y="3683975"/>
            <a:ext cx="580292" cy="474784"/>
            <a:chOff x="4765431" y="2215662"/>
            <a:chExt cx="580292" cy="474784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53D46A49-5BD5-4FFF-E142-B238FF6A7F4D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62A0BCEF-4EDE-307A-DA16-14D8536B4701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2AEAF2E1-E05F-4BEA-D0BE-148B8054F9A9}"/>
              </a:ext>
            </a:extLst>
          </p:cNvPr>
          <p:cNvGrpSpPr/>
          <p:nvPr/>
        </p:nvGrpSpPr>
        <p:grpSpPr>
          <a:xfrm>
            <a:off x="4932489" y="4158757"/>
            <a:ext cx="580292" cy="474784"/>
            <a:chOff x="4765431" y="2215662"/>
            <a:chExt cx="580292" cy="474784"/>
          </a:xfrm>
        </p:grpSpPr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04C5B4B6-0E45-7322-7508-A3E25F99B00C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F9633A2C-B667-5152-1981-5E634ABFE825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391055BF-2B82-EE46-41A7-ABE2D9326B8E}"/>
              </a:ext>
            </a:extLst>
          </p:cNvPr>
          <p:cNvGrpSpPr/>
          <p:nvPr/>
        </p:nvGrpSpPr>
        <p:grpSpPr>
          <a:xfrm>
            <a:off x="4932487" y="835270"/>
            <a:ext cx="580292" cy="474784"/>
            <a:chOff x="4765431" y="2215662"/>
            <a:chExt cx="580292" cy="474784"/>
          </a:xfrm>
        </p:grpSpPr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09876F29-F25A-2476-C9AE-7360CA4D1F40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0000"/>
                </a:solidFill>
              </a:endParaRPr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B1992B33-E877-D608-B638-86892D0DD846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9</a:t>
              </a:r>
              <a:endPara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2B2C69D5-5564-6FFD-F934-C5C66030B3D3}"/>
              </a:ext>
            </a:extLst>
          </p:cNvPr>
          <p:cNvGrpSpPr/>
          <p:nvPr/>
        </p:nvGrpSpPr>
        <p:grpSpPr>
          <a:xfrm>
            <a:off x="4932487" y="4633549"/>
            <a:ext cx="580292" cy="474784"/>
            <a:chOff x="4765431" y="2215662"/>
            <a:chExt cx="580292" cy="474784"/>
          </a:xfrm>
        </p:grpSpPr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D8AFE37A-27DF-3B9B-4FA2-BFFF7923BEE8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9F61A6FC-9503-B42A-29E8-539A7FADF1E7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7DC8E6C9-C9C7-9B5B-0AA2-497400B4AD09}"/>
              </a:ext>
            </a:extLst>
          </p:cNvPr>
          <p:cNvGrpSpPr/>
          <p:nvPr/>
        </p:nvGrpSpPr>
        <p:grpSpPr>
          <a:xfrm>
            <a:off x="4932487" y="2734404"/>
            <a:ext cx="580292" cy="474784"/>
            <a:chOff x="4765431" y="2215662"/>
            <a:chExt cx="580292" cy="474784"/>
          </a:xfrm>
        </p:grpSpPr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C024ACB7-D691-771E-CEBB-51DD39DEEF76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4DBB290D-8919-DAC0-AD31-626E26C3A44F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07BC69A7-A35E-5001-C6BC-DC245BE18FF2}"/>
              </a:ext>
            </a:extLst>
          </p:cNvPr>
          <p:cNvGrpSpPr/>
          <p:nvPr/>
        </p:nvGrpSpPr>
        <p:grpSpPr>
          <a:xfrm>
            <a:off x="4932487" y="1308968"/>
            <a:ext cx="580292" cy="474784"/>
            <a:chOff x="4765431" y="2215662"/>
            <a:chExt cx="580292" cy="474784"/>
          </a:xfrm>
        </p:grpSpPr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8E914E78-62D9-2367-C1D6-0A0CCA20A4CC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EAA35872-B972-B60B-5702-C0D10250B24C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2" name="箭头: 右 41">
            <a:extLst>
              <a:ext uri="{FF2B5EF4-FFF2-40B4-BE49-F238E27FC236}">
                <a16:creationId xmlns:a16="http://schemas.microsoft.com/office/drawing/2014/main" id="{732372FD-5027-40E8-80C5-09A08A653415}"/>
              </a:ext>
            </a:extLst>
          </p:cNvPr>
          <p:cNvSpPr/>
          <p:nvPr/>
        </p:nvSpPr>
        <p:spPr>
          <a:xfrm>
            <a:off x="3732334" y="2883881"/>
            <a:ext cx="905608" cy="219808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E3311119-B406-E1E4-3CF9-349EA3E66D04}"/>
              </a:ext>
            </a:extLst>
          </p:cNvPr>
          <p:cNvSpPr txBox="1"/>
          <p:nvPr/>
        </p:nvSpPr>
        <p:spPr>
          <a:xfrm>
            <a:off x="290274" y="993447"/>
            <a:ext cx="114646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第</a:t>
            </a:r>
            <a:r>
              <a:rPr lang="en-US" altLang="zh-CN" sz="3000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轮</a:t>
            </a:r>
          </a:p>
        </p:txBody>
      </p:sp>
    </p:spTree>
    <p:extLst>
      <p:ext uri="{BB962C8B-B14F-4D97-AF65-F5344CB8AC3E}">
        <p14:creationId xmlns:p14="http://schemas.microsoft.com/office/powerpoint/2010/main" val="277246697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32AA53F-6691-417E-8BCC-043C26ECBB2B}"/>
              </a:ext>
            </a:extLst>
          </p:cNvPr>
          <p:cNvSpPr txBox="1"/>
          <p:nvPr/>
        </p:nvSpPr>
        <p:spPr>
          <a:xfrm>
            <a:off x="290146" y="254977"/>
            <a:ext cx="172354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冒泡排序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FA7DA52F-6AEC-612A-9515-1115D5EFBF2B}"/>
              </a:ext>
            </a:extLst>
          </p:cNvPr>
          <p:cNvGrpSpPr/>
          <p:nvPr/>
        </p:nvGrpSpPr>
        <p:grpSpPr>
          <a:xfrm>
            <a:off x="4932489" y="1784841"/>
            <a:ext cx="580292" cy="474784"/>
            <a:chOff x="4765431" y="2215662"/>
            <a:chExt cx="580292" cy="474784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DD25647B-4385-51E8-55F2-D95BC281032D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4286C3F0-B76D-E9AC-5D33-6C948828017A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72709046-C196-4B31-22BD-E9E1EB69BDD3}"/>
              </a:ext>
            </a:extLst>
          </p:cNvPr>
          <p:cNvGrpSpPr/>
          <p:nvPr/>
        </p:nvGrpSpPr>
        <p:grpSpPr>
          <a:xfrm>
            <a:off x="4932487" y="2259627"/>
            <a:ext cx="580292" cy="474784"/>
            <a:chOff x="4765431" y="2215662"/>
            <a:chExt cx="580292" cy="474784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26F78766-FC0F-4F71-DE8B-3DFB134BE704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EED2FB08-2AF7-9F80-F6C9-76ED61497C23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39ACED12-BEA6-2D5C-935A-7244640B3A69}"/>
              </a:ext>
            </a:extLst>
          </p:cNvPr>
          <p:cNvGrpSpPr/>
          <p:nvPr/>
        </p:nvGrpSpPr>
        <p:grpSpPr>
          <a:xfrm>
            <a:off x="4932490" y="3209195"/>
            <a:ext cx="580292" cy="474784"/>
            <a:chOff x="4765431" y="2215662"/>
            <a:chExt cx="580292" cy="474784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A43E0166-6454-EAEE-B2DB-CA91049E904F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3679F2AD-E106-8D79-398B-31CE55162B4B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32470D5E-68F9-BD5D-0D23-99D5184B2467}"/>
              </a:ext>
            </a:extLst>
          </p:cNvPr>
          <p:cNvGrpSpPr/>
          <p:nvPr/>
        </p:nvGrpSpPr>
        <p:grpSpPr>
          <a:xfrm>
            <a:off x="4932489" y="3683975"/>
            <a:ext cx="580292" cy="474784"/>
            <a:chOff x="4765431" y="2215662"/>
            <a:chExt cx="580292" cy="474784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53D46A49-5BD5-4FFF-E142-B238FF6A7F4D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62A0BCEF-4EDE-307A-DA16-14D8536B4701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2AEAF2E1-E05F-4BEA-D0BE-148B8054F9A9}"/>
              </a:ext>
            </a:extLst>
          </p:cNvPr>
          <p:cNvGrpSpPr/>
          <p:nvPr/>
        </p:nvGrpSpPr>
        <p:grpSpPr>
          <a:xfrm>
            <a:off x="4932489" y="4158757"/>
            <a:ext cx="580292" cy="474784"/>
            <a:chOff x="4765431" y="2215662"/>
            <a:chExt cx="580292" cy="474784"/>
          </a:xfrm>
        </p:grpSpPr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04C5B4B6-0E45-7322-7508-A3E25F99B00C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F9633A2C-B667-5152-1981-5E634ABFE825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391055BF-2B82-EE46-41A7-ABE2D9326B8E}"/>
              </a:ext>
            </a:extLst>
          </p:cNvPr>
          <p:cNvGrpSpPr/>
          <p:nvPr/>
        </p:nvGrpSpPr>
        <p:grpSpPr>
          <a:xfrm>
            <a:off x="4932487" y="835270"/>
            <a:ext cx="580292" cy="474784"/>
            <a:chOff x="4765431" y="2215662"/>
            <a:chExt cx="580292" cy="474784"/>
          </a:xfrm>
        </p:grpSpPr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09876F29-F25A-2476-C9AE-7360CA4D1F40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0000"/>
                </a:solidFill>
              </a:endParaRPr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B1992B33-E877-D608-B638-86892D0DD846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9</a:t>
              </a:r>
              <a:endPara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2B2C69D5-5564-6FFD-F934-C5C66030B3D3}"/>
              </a:ext>
            </a:extLst>
          </p:cNvPr>
          <p:cNvGrpSpPr/>
          <p:nvPr/>
        </p:nvGrpSpPr>
        <p:grpSpPr>
          <a:xfrm>
            <a:off x="4932487" y="4633549"/>
            <a:ext cx="580292" cy="474784"/>
            <a:chOff x="4765431" y="2215662"/>
            <a:chExt cx="580292" cy="474784"/>
          </a:xfrm>
        </p:grpSpPr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D8AFE37A-27DF-3B9B-4FA2-BFFF7923BEE8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9F61A6FC-9503-B42A-29E8-539A7FADF1E7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7DC8E6C9-C9C7-9B5B-0AA2-497400B4AD09}"/>
              </a:ext>
            </a:extLst>
          </p:cNvPr>
          <p:cNvGrpSpPr/>
          <p:nvPr/>
        </p:nvGrpSpPr>
        <p:grpSpPr>
          <a:xfrm>
            <a:off x="4932487" y="2734404"/>
            <a:ext cx="580292" cy="474784"/>
            <a:chOff x="4765431" y="2215662"/>
            <a:chExt cx="580292" cy="474784"/>
          </a:xfrm>
        </p:grpSpPr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C024ACB7-D691-771E-CEBB-51DD39DEEF76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4DBB290D-8919-DAC0-AD31-626E26C3A44F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07BC69A7-A35E-5001-C6BC-DC245BE18FF2}"/>
              </a:ext>
            </a:extLst>
          </p:cNvPr>
          <p:cNvGrpSpPr/>
          <p:nvPr/>
        </p:nvGrpSpPr>
        <p:grpSpPr>
          <a:xfrm>
            <a:off x="4932487" y="1308968"/>
            <a:ext cx="580292" cy="474784"/>
            <a:chOff x="4765431" y="2215662"/>
            <a:chExt cx="580292" cy="474784"/>
          </a:xfrm>
        </p:grpSpPr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8E914E78-62D9-2367-C1D6-0A0CCA20A4CC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EAA35872-B972-B60B-5702-C0D10250B24C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2" name="箭头: 右 41">
            <a:extLst>
              <a:ext uri="{FF2B5EF4-FFF2-40B4-BE49-F238E27FC236}">
                <a16:creationId xmlns:a16="http://schemas.microsoft.com/office/drawing/2014/main" id="{732372FD-5027-40E8-80C5-09A08A653415}"/>
              </a:ext>
            </a:extLst>
          </p:cNvPr>
          <p:cNvSpPr/>
          <p:nvPr/>
        </p:nvSpPr>
        <p:spPr>
          <a:xfrm>
            <a:off x="3732334" y="2400304"/>
            <a:ext cx="905608" cy="219808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E3311119-B406-E1E4-3CF9-349EA3E66D04}"/>
              </a:ext>
            </a:extLst>
          </p:cNvPr>
          <p:cNvSpPr txBox="1"/>
          <p:nvPr/>
        </p:nvSpPr>
        <p:spPr>
          <a:xfrm>
            <a:off x="290274" y="993447"/>
            <a:ext cx="114646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第</a:t>
            </a:r>
            <a:r>
              <a:rPr lang="en-US" altLang="zh-CN" sz="3000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轮</a:t>
            </a:r>
          </a:p>
        </p:txBody>
      </p:sp>
    </p:spTree>
    <p:extLst>
      <p:ext uri="{BB962C8B-B14F-4D97-AF65-F5344CB8AC3E}">
        <p14:creationId xmlns:p14="http://schemas.microsoft.com/office/powerpoint/2010/main" val="109820320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32AA53F-6691-417E-8BCC-043C26ECBB2B}"/>
              </a:ext>
            </a:extLst>
          </p:cNvPr>
          <p:cNvSpPr txBox="1"/>
          <p:nvPr/>
        </p:nvSpPr>
        <p:spPr>
          <a:xfrm>
            <a:off x="290146" y="254977"/>
            <a:ext cx="172354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冒泡排序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FA7DA52F-6AEC-612A-9515-1115D5EFBF2B}"/>
              </a:ext>
            </a:extLst>
          </p:cNvPr>
          <p:cNvGrpSpPr/>
          <p:nvPr/>
        </p:nvGrpSpPr>
        <p:grpSpPr>
          <a:xfrm>
            <a:off x="4932491" y="2259629"/>
            <a:ext cx="580292" cy="474784"/>
            <a:chOff x="4765431" y="2215662"/>
            <a:chExt cx="580292" cy="474784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DD25647B-4385-51E8-55F2-D95BC281032D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4286C3F0-B76D-E9AC-5D33-6C948828017A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72709046-C196-4B31-22BD-E9E1EB69BDD3}"/>
              </a:ext>
            </a:extLst>
          </p:cNvPr>
          <p:cNvGrpSpPr/>
          <p:nvPr/>
        </p:nvGrpSpPr>
        <p:grpSpPr>
          <a:xfrm>
            <a:off x="4932487" y="1784843"/>
            <a:ext cx="580292" cy="474784"/>
            <a:chOff x="4765431" y="2215662"/>
            <a:chExt cx="580292" cy="474784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26F78766-FC0F-4F71-DE8B-3DFB134BE704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EED2FB08-2AF7-9F80-F6C9-76ED61497C23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39ACED12-BEA6-2D5C-935A-7244640B3A69}"/>
              </a:ext>
            </a:extLst>
          </p:cNvPr>
          <p:cNvGrpSpPr/>
          <p:nvPr/>
        </p:nvGrpSpPr>
        <p:grpSpPr>
          <a:xfrm>
            <a:off x="4932490" y="3209195"/>
            <a:ext cx="580292" cy="474784"/>
            <a:chOff x="4765431" y="2215662"/>
            <a:chExt cx="580292" cy="474784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A43E0166-6454-EAEE-B2DB-CA91049E904F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3679F2AD-E106-8D79-398B-31CE55162B4B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32470D5E-68F9-BD5D-0D23-99D5184B2467}"/>
              </a:ext>
            </a:extLst>
          </p:cNvPr>
          <p:cNvGrpSpPr/>
          <p:nvPr/>
        </p:nvGrpSpPr>
        <p:grpSpPr>
          <a:xfrm>
            <a:off x="4932489" y="3683975"/>
            <a:ext cx="580292" cy="474784"/>
            <a:chOff x="4765431" y="2215662"/>
            <a:chExt cx="580292" cy="474784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53D46A49-5BD5-4FFF-E142-B238FF6A7F4D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62A0BCEF-4EDE-307A-DA16-14D8536B4701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2AEAF2E1-E05F-4BEA-D0BE-148B8054F9A9}"/>
              </a:ext>
            </a:extLst>
          </p:cNvPr>
          <p:cNvGrpSpPr/>
          <p:nvPr/>
        </p:nvGrpSpPr>
        <p:grpSpPr>
          <a:xfrm>
            <a:off x="4932489" y="4158757"/>
            <a:ext cx="580292" cy="474784"/>
            <a:chOff x="4765431" y="2215662"/>
            <a:chExt cx="580292" cy="474784"/>
          </a:xfrm>
        </p:grpSpPr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04C5B4B6-0E45-7322-7508-A3E25F99B00C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F9633A2C-B667-5152-1981-5E634ABFE825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391055BF-2B82-EE46-41A7-ABE2D9326B8E}"/>
              </a:ext>
            </a:extLst>
          </p:cNvPr>
          <p:cNvGrpSpPr/>
          <p:nvPr/>
        </p:nvGrpSpPr>
        <p:grpSpPr>
          <a:xfrm>
            <a:off x="4932487" y="835270"/>
            <a:ext cx="580292" cy="474784"/>
            <a:chOff x="4765431" y="2215662"/>
            <a:chExt cx="580292" cy="474784"/>
          </a:xfrm>
        </p:grpSpPr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09876F29-F25A-2476-C9AE-7360CA4D1F40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0000"/>
                </a:solidFill>
              </a:endParaRPr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B1992B33-E877-D608-B638-86892D0DD846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9</a:t>
              </a:r>
              <a:endPara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2B2C69D5-5564-6FFD-F934-C5C66030B3D3}"/>
              </a:ext>
            </a:extLst>
          </p:cNvPr>
          <p:cNvGrpSpPr/>
          <p:nvPr/>
        </p:nvGrpSpPr>
        <p:grpSpPr>
          <a:xfrm>
            <a:off x="4932487" y="4633549"/>
            <a:ext cx="580292" cy="474784"/>
            <a:chOff x="4765431" y="2215662"/>
            <a:chExt cx="580292" cy="474784"/>
          </a:xfrm>
        </p:grpSpPr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D8AFE37A-27DF-3B9B-4FA2-BFFF7923BEE8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9F61A6FC-9503-B42A-29E8-539A7FADF1E7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7DC8E6C9-C9C7-9B5B-0AA2-497400B4AD09}"/>
              </a:ext>
            </a:extLst>
          </p:cNvPr>
          <p:cNvGrpSpPr/>
          <p:nvPr/>
        </p:nvGrpSpPr>
        <p:grpSpPr>
          <a:xfrm>
            <a:off x="4932487" y="2734404"/>
            <a:ext cx="580292" cy="474784"/>
            <a:chOff x="4765431" y="2215662"/>
            <a:chExt cx="580292" cy="474784"/>
          </a:xfrm>
        </p:grpSpPr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C024ACB7-D691-771E-CEBB-51DD39DEEF76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4DBB290D-8919-DAC0-AD31-626E26C3A44F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07BC69A7-A35E-5001-C6BC-DC245BE18FF2}"/>
              </a:ext>
            </a:extLst>
          </p:cNvPr>
          <p:cNvGrpSpPr/>
          <p:nvPr/>
        </p:nvGrpSpPr>
        <p:grpSpPr>
          <a:xfrm>
            <a:off x="4932487" y="1308968"/>
            <a:ext cx="580292" cy="474784"/>
            <a:chOff x="4765431" y="2215662"/>
            <a:chExt cx="580292" cy="474784"/>
          </a:xfrm>
        </p:grpSpPr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8E914E78-62D9-2367-C1D6-0A0CCA20A4CC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EAA35872-B972-B60B-5702-C0D10250B24C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2" name="箭头: 右 41">
            <a:extLst>
              <a:ext uri="{FF2B5EF4-FFF2-40B4-BE49-F238E27FC236}">
                <a16:creationId xmlns:a16="http://schemas.microsoft.com/office/drawing/2014/main" id="{732372FD-5027-40E8-80C5-09A08A653415}"/>
              </a:ext>
            </a:extLst>
          </p:cNvPr>
          <p:cNvSpPr/>
          <p:nvPr/>
        </p:nvSpPr>
        <p:spPr>
          <a:xfrm>
            <a:off x="3732334" y="1925520"/>
            <a:ext cx="905608" cy="219808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E3311119-B406-E1E4-3CF9-349EA3E66D04}"/>
              </a:ext>
            </a:extLst>
          </p:cNvPr>
          <p:cNvSpPr txBox="1"/>
          <p:nvPr/>
        </p:nvSpPr>
        <p:spPr>
          <a:xfrm>
            <a:off x="290274" y="993447"/>
            <a:ext cx="114646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第</a:t>
            </a:r>
            <a:r>
              <a:rPr lang="en-US" altLang="zh-CN" sz="3000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轮</a:t>
            </a:r>
          </a:p>
        </p:txBody>
      </p:sp>
    </p:spTree>
    <p:extLst>
      <p:ext uri="{BB962C8B-B14F-4D97-AF65-F5344CB8AC3E}">
        <p14:creationId xmlns:p14="http://schemas.microsoft.com/office/powerpoint/2010/main" val="42397042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32AA53F-6691-417E-8BCC-043C26ECBB2B}"/>
              </a:ext>
            </a:extLst>
          </p:cNvPr>
          <p:cNvSpPr txBox="1"/>
          <p:nvPr/>
        </p:nvSpPr>
        <p:spPr>
          <a:xfrm>
            <a:off x="290146" y="254977"/>
            <a:ext cx="172354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冒泡排序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FA7DA52F-6AEC-612A-9515-1115D5EFBF2B}"/>
              </a:ext>
            </a:extLst>
          </p:cNvPr>
          <p:cNvGrpSpPr/>
          <p:nvPr/>
        </p:nvGrpSpPr>
        <p:grpSpPr>
          <a:xfrm>
            <a:off x="4932491" y="2259629"/>
            <a:ext cx="580292" cy="474784"/>
            <a:chOff x="4765431" y="2215662"/>
            <a:chExt cx="580292" cy="474784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DD25647B-4385-51E8-55F2-D95BC281032D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4286C3F0-B76D-E9AC-5D33-6C948828017A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72709046-C196-4B31-22BD-E9E1EB69BDD3}"/>
              </a:ext>
            </a:extLst>
          </p:cNvPr>
          <p:cNvGrpSpPr/>
          <p:nvPr/>
        </p:nvGrpSpPr>
        <p:grpSpPr>
          <a:xfrm>
            <a:off x="4932487" y="1310058"/>
            <a:ext cx="580292" cy="474784"/>
            <a:chOff x="4765431" y="2215662"/>
            <a:chExt cx="580292" cy="474784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26F78766-FC0F-4F71-DE8B-3DFB134BE704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EED2FB08-2AF7-9F80-F6C9-76ED61497C23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  <a:endPara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39ACED12-BEA6-2D5C-935A-7244640B3A69}"/>
              </a:ext>
            </a:extLst>
          </p:cNvPr>
          <p:cNvGrpSpPr/>
          <p:nvPr/>
        </p:nvGrpSpPr>
        <p:grpSpPr>
          <a:xfrm>
            <a:off x="4932490" y="3209195"/>
            <a:ext cx="580292" cy="474784"/>
            <a:chOff x="4765431" y="2215662"/>
            <a:chExt cx="580292" cy="474784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A43E0166-6454-EAEE-B2DB-CA91049E904F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3679F2AD-E106-8D79-398B-31CE55162B4B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32470D5E-68F9-BD5D-0D23-99D5184B2467}"/>
              </a:ext>
            </a:extLst>
          </p:cNvPr>
          <p:cNvGrpSpPr/>
          <p:nvPr/>
        </p:nvGrpSpPr>
        <p:grpSpPr>
          <a:xfrm>
            <a:off x="4932489" y="3683975"/>
            <a:ext cx="580292" cy="474784"/>
            <a:chOff x="4765431" y="2215662"/>
            <a:chExt cx="580292" cy="474784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53D46A49-5BD5-4FFF-E142-B238FF6A7F4D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62A0BCEF-4EDE-307A-DA16-14D8536B4701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2AEAF2E1-E05F-4BEA-D0BE-148B8054F9A9}"/>
              </a:ext>
            </a:extLst>
          </p:cNvPr>
          <p:cNvGrpSpPr/>
          <p:nvPr/>
        </p:nvGrpSpPr>
        <p:grpSpPr>
          <a:xfrm>
            <a:off x="4932489" y="4158757"/>
            <a:ext cx="580292" cy="474784"/>
            <a:chOff x="4765431" y="2215662"/>
            <a:chExt cx="580292" cy="474784"/>
          </a:xfrm>
        </p:grpSpPr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04C5B4B6-0E45-7322-7508-A3E25F99B00C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F9633A2C-B667-5152-1981-5E634ABFE825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391055BF-2B82-EE46-41A7-ABE2D9326B8E}"/>
              </a:ext>
            </a:extLst>
          </p:cNvPr>
          <p:cNvGrpSpPr/>
          <p:nvPr/>
        </p:nvGrpSpPr>
        <p:grpSpPr>
          <a:xfrm>
            <a:off x="4932487" y="835270"/>
            <a:ext cx="580292" cy="474784"/>
            <a:chOff x="4765431" y="2215662"/>
            <a:chExt cx="580292" cy="474784"/>
          </a:xfrm>
        </p:grpSpPr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09876F29-F25A-2476-C9AE-7360CA4D1F40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0000"/>
                </a:solidFill>
              </a:endParaRPr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B1992B33-E877-D608-B638-86892D0DD846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9</a:t>
              </a:r>
              <a:endPara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2B2C69D5-5564-6FFD-F934-C5C66030B3D3}"/>
              </a:ext>
            </a:extLst>
          </p:cNvPr>
          <p:cNvGrpSpPr/>
          <p:nvPr/>
        </p:nvGrpSpPr>
        <p:grpSpPr>
          <a:xfrm>
            <a:off x="4932487" y="4633549"/>
            <a:ext cx="580292" cy="474784"/>
            <a:chOff x="4765431" y="2215662"/>
            <a:chExt cx="580292" cy="474784"/>
          </a:xfrm>
        </p:grpSpPr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D8AFE37A-27DF-3B9B-4FA2-BFFF7923BEE8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9F61A6FC-9503-B42A-29E8-539A7FADF1E7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7DC8E6C9-C9C7-9B5B-0AA2-497400B4AD09}"/>
              </a:ext>
            </a:extLst>
          </p:cNvPr>
          <p:cNvGrpSpPr/>
          <p:nvPr/>
        </p:nvGrpSpPr>
        <p:grpSpPr>
          <a:xfrm>
            <a:off x="4932487" y="2734404"/>
            <a:ext cx="580292" cy="474784"/>
            <a:chOff x="4765431" y="2215662"/>
            <a:chExt cx="580292" cy="474784"/>
          </a:xfrm>
        </p:grpSpPr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C024ACB7-D691-771E-CEBB-51DD39DEEF76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4DBB290D-8919-DAC0-AD31-626E26C3A44F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07BC69A7-A35E-5001-C6BC-DC245BE18FF2}"/>
              </a:ext>
            </a:extLst>
          </p:cNvPr>
          <p:cNvGrpSpPr/>
          <p:nvPr/>
        </p:nvGrpSpPr>
        <p:grpSpPr>
          <a:xfrm>
            <a:off x="4932485" y="1783747"/>
            <a:ext cx="580292" cy="474784"/>
            <a:chOff x="4765431" y="2215662"/>
            <a:chExt cx="580292" cy="474784"/>
          </a:xfrm>
        </p:grpSpPr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8E914E78-62D9-2367-C1D6-0A0CCA20A4CC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EAA35872-B972-B60B-5702-C0D10250B24C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2" name="箭头: 右 41">
            <a:extLst>
              <a:ext uri="{FF2B5EF4-FFF2-40B4-BE49-F238E27FC236}">
                <a16:creationId xmlns:a16="http://schemas.microsoft.com/office/drawing/2014/main" id="{732372FD-5027-40E8-80C5-09A08A653415}"/>
              </a:ext>
            </a:extLst>
          </p:cNvPr>
          <p:cNvSpPr/>
          <p:nvPr/>
        </p:nvSpPr>
        <p:spPr>
          <a:xfrm>
            <a:off x="3732334" y="1450735"/>
            <a:ext cx="905608" cy="219808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E3311119-B406-E1E4-3CF9-349EA3E66D04}"/>
              </a:ext>
            </a:extLst>
          </p:cNvPr>
          <p:cNvSpPr txBox="1"/>
          <p:nvPr/>
        </p:nvSpPr>
        <p:spPr>
          <a:xfrm>
            <a:off x="290274" y="993447"/>
            <a:ext cx="114646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第</a:t>
            </a:r>
            <a:r>
              <a:rPr lang="en-US" altLang="zh-CN" sz="3000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轮</a:t>
            </a:r>
          </a:p>
        </p:txBody>
      </p:sp>
    </p:spTree>
    <p:extLst>
      <p:ext uri="{BB962C8B-B14F-4D97-AF65-F5344CB8AC3E}">
        <p14:creationId xmlns:p14="http://schemas.microsoft.com/office/powerpoint/2010/main" val="395510267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32AA53F-6691-417E-8BCC-043C26ECBB2B}"/>
              </a:ext>
            </a:extLst>
          </p:cNvPr>
          <p:cNvSpPr txBox="1"/>
          <p:nvPr/>
        </p:nvSpPr>
        <p:spPr>
          <a:xfrm>
            <a:off x="290146" y="254977"/>
            <a:ext cx="172354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冒泡排序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FA7DA52F-6AEC-612A-9515-1115D5EFBF2B}"/>
              </a:ext>
            </a:extLst>
          </p:cNvPr>
          <p:cNvGrpSpPr/>
          <p:nvPr/>
        </p:nvGrpSpPr>
        <p:grpSpPr>
          <a:xfrm>
            <a:off x="4932491" y="2259629"/>
            <a:ext cx="580292" cy="474784"/>
            <a:chOff x="4765431" y="2215662"/>
            <a:chExt cx="580292" cy="474784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DD25647B-4385-51E8-55F2-D95BC281032D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4286C3F0-B76D-E9AC-5D33-6C948828017A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72709046-C196-4B31-22BD-E9E1EB69BDD3}"/>
              </a:ext>
            </a:extLst>
          </p:cNvPr>
          <p:cNvGrpSpPr/>
          <p:nvPr/>
        </p:nvGrpSpPr>
        <p:grpSpPr>
          <a:xfrm>
            <a:off x="4932487" y="1310058"/>
            <a:ext cx="580292" cy="474784"/>
            <a:chOff x="4765431" y="2215662"/>
            <a:chExt cx="580292" cy="474784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26F78766-FC0F-4F71-DE8B-3DFB134BE704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EED2FB08-2AF7-9F80-F6C9-76ED61497C23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  <a:endPara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39ACED12-BEA6-2D5C-935A-7244640B3A69}"/>
              </a:ext>
            </a:extLst>
          </p:cNvPr>
          <p:cNvGrpSpPr/>
          <p:nvPr/>
        </p:nvGrpSpPr>
        <p:grpSpPr>
          <a:xfrm>
            <a:off x="4932490" y="3209195"/>
            <a:ext cx="580292" cy="474784"/>
            <a:chOff x="4765431" y="2215662"/>
            <a:chExt cx="580292" cy="474784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A43E0166-6454-EAEE-B2DB-CA91049E904F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3679F2AD-E106-8D79-398B-31CE55162B4B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32470D5E-68F9-BD5D-0D23-99D5184B2467}"/>
              </a:ext>
            </a:extLst>
          </p:cNvPr>
          <p:cNvGrpSpPr/>
          <p:nvPr/>
        </p:nvGrpSpPr>
        <p:grpSpPr>
          <a:xfrm>
            <a:off x="4932489" y="3683975"/>
            <a:ext cx="580292" cy="474784"/>
            <a:chOff x="4765431" y="2215662"/>
            <a:chExt cx="580292" cy="474784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53D46A49-5BD5-4FFF-E142-B238FF6A7F4D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62A0BCEF-4EDE-307A-DA16-14D8536B4701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2AEAF2E1-E05F-4BEA-D0BE-148B8054F9A9}"/>
              </a:ext>
            </a:extLst>
          </p:cNvPr>
          <p:cNvGrpSpPr/>
          <p:nvPr/>
        </p:nvGrpSpPr>
        <p:grpSpPr>
          <a:xfrm>
            <a:off x="4932489" y="4158757"/>
            <a:ext cx="580292" cy="474784"/>
            <a:chOff x="4765431" y="2215662"/>
            <a:chExt cx="580292" cy="474784"/>
          </a:xfrm>
        </p:grpSpPr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04C5B4B6-0E45-7322-7508-A3E25F99B00C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F9633A2C-B667-5152-1981-5E634ABFE825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391055BF-2B82-EE46-41A7-ABE2D9326B8E}"/>
              </a:ext>
            </a:extLst>
          </p:cNvPr>
          <p:cNvGrpSpPr/>
          <p:nvPr/>
        </p:nvGrpSpPr>
        <p:grpSpPr>
          <a:xfrm>
            <a:off x="4932487" y="835270"/>
            <a:ext cx="580292" cy="474784"/>
            <a:chOff x="4765431" y="2215662"/>
            <a:chExt cx="580292" cy="474784"/>
          </a:xfrm>
        </p:grpSpPr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09876F29-F25A-2476-C9AE-7360CA4D1F40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0000"/>
                </a:solidFill>
              </a:endParaRPr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B1992B33-E877-D608-B638-86892D0DD846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9</a:t>
              </a:r>
              <a:endPara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2B2C69D5-5564-6FFD-F934-C5C66030B3D3}"/>
              </a:ext>
            </a:extLst>
          </p:cNvPr>
          <p:cNvGrpSpPr/>
          <p:nvPr/>
        </p:nvGrpSpPr>
        <p:grpSpPr>
          <a:xfrm>
            <a:off x="4932487" y="4633549"/>
            <a:ext cx="580292" cy="474784"/>
            <a:chOff x="4765431" y="2215662"/>
            <a:chExt cx="580292" cy="474784"/>
          </a:xfrm>
        </p:grpSpPr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D8AFE37A-27DF-3B9B-4FA2-BFFF7923BEE8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9F61A6FC-9503-B42A-29E8-539A7FADF1E7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7DC8E6C9-C9C7-9B5B-0AA2-497400B4AD09}"/>
              </a:ext>
            </a:extLst>
          </p:cNvPr>
          <p:cNvGrpSpPr/>
          <p:nvPr/>
        </p:nvGrpSpPr>
        <p:grpSpPr>
          <a:xfrm>
            <a:off x="4932487" y="2734404"/>
            <a:ext cx="580292" cy="474784"/>
            <a:chOff x="4765431" y="2215662"/>
            <a:chExt cx="580292" cy="474784"/>
          </a:xfrm>
        </p:grpSpPr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C024ACB7-D691-771E-CEBB-51DD39DEEF76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4DBB290D-8919-DAC0-AD31-626E26C3A44F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07BC69A7-A35E-5001-C6BC-DC245BE18FF2}"/>
              </a:ext>
            </a:extLst>
          </p:cNvPr>
          <p:cNvGrpSpPr/>
          <p:nvPr/>
        </p:nvGrpSpPr>
        <p:grpSpPr>
          <a:xfrm>
            <a:off x="4932485" y="1783747"/>
            <a:ext cx="580292" cy="474784"/>
            <a:chOff x="4765431" y="2215662"/>
            <a:chExt cx="580292" cy="474784"/>
          </a:xfrm>
        </p:grpSpPr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8E914E78-62D9-2367-C1D6-0A0CCA20A4CC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EAA35872-B972-B60B-5702-C0D10250B24C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2" name="箭头: 右 41">
            <a:extLst>
              <a:ext uri="{FF2B5EF4-FFF2-40B4-BE49-F238E27FC236}">
                <a16:creationId xmlns:a16="http://schemas.microsoft.com/office/drawing/2014/main" id="{732372FD-5027-40E8-80C5-09A08A653415}"/>
              </a:ext>
            </a:extLst>
          </p:cNvPr>
          <p:cNvSpPr/>
          <p:nvPr/>
        </p:nvSpPr>
        <p:spPr>
          <a:xfrm>
            <a:off x="3732334" y="4765430"/>
            <a:ext cx="905608" cy="219808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E3311119-B406-E1E4-3CF9-349EA3E66D04}"/>
              </a:ext>
            </a:extLst>
          </p:cNvPr>
          <p:cNvSpPr txBox="1"/>
          <p:nvPr/>
        </p:nvSpPr>
        <p:spPr>
          <a:xfrm>
            <a:off x="290274" y="993447"/>
            <a:ext cx="114646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第</a:t>
            </a:r>
            <a:r>
              <a:rPr lang="en-US" altLang="zh-CN" sz="3000" dirty="0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轮</a:t>
            </a:r>
          </a:p>
        </p:txBody>
      </p:sp>
    </p:spTree>
    <p:extLst>
      <p:ext uri="{BB962C8B-B14F-4D97-AF65-F5344CB8AC3E}">
        <p14:creationId xmlns:p14="http://schemas.microsoft.com/office/powerpoint/2010/main" val="131901559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32AA53F-6691-417E-8BCC-043C26ECBB2B}"/>
              </a:ext>
            </a:extLst>
          </p:cNvPr>
          <p:cNvSpPr txBox="1"/>
          <p:nvPr/>
        </p:nvSpPr>
        <p:spPr>
          <a:xfrm>
            <a:off x="290146" y="254977"/>
            <a:ext cx="172354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冒泡排序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FA7DA52F-6AEC-612A-9515-1115D5EFBF2B}"/>
              </a:ext>
            </a:extLst>
          </p:cNvPr>
          <p:cNvGrpSpPr/>
          <p:nvPr/>
        </p:nvGrpSpPr>
        <p:grpSpPr>
          <a:xfrm>
            <a:off x="4932491" y="2259629"/>
            <a:ext cx="580292" cy="474784"/>
            <a:chOff x="4765431" y="2215662"/>
            <a:chExt cx="580292" cy="474784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DD25647B-4385-51E8-55F2-D95BC281032D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4286C3F0-B76D-E9AC-5D33-6C948828017A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72709046-C196-4B31-22BD-E9E1EB69BDD3}"/>
              </a:ext>
            </a:extLst>
          </p:cNvPr>
          <p:cNvGrpSpPr/>
          <p:nvPr/>
        </p:nvGrpSpPr>
        <p:grpSpPr>
          <a:xfrm>
            <a:off x="4932487" y="1310058"/>
            <a:ext cx="580292" cy="474784"/>
            <a:chOff x="4765431" y="2215662"/>
            <a:chExt cx="580292" cy="474784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26F78766-FC0F-4F71-DE8B-3DFB134BE704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EED2FB08-2AF7-9F80-F6C9-76ED61497C23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  <a:endPara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39ACED12-BEA6-2D5C-935A-7244640B3A69}"/>
              </a:ext>
            </a:extLst>
          </p:cNvPr>
          <p:cNvGrpSpPr/>
          <p:nvPr/>
        </p:nvGrpSpPr>
        <p:grpSpPr>
          <a:xfrm>
            <a:off x="4932490" y="3209195"/>
            <a:ext cx="580292" cy="474784"/>
            <a:chOff x="4765431" y="2215662"/>
            <a:chExt cx="580292" cy="474784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A43E0166-6454-EAEE-B2DB-CA91049E904F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3679F2AD-E106-8D79-398B-31CE55162B4B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32470D5E-68F9-BD5D-0D23-99D5184B2467}"/>
              </a:ext>
            </a:extLst>
          </p:cNvPr>
          <p:cNvGrpSpPr/>
          <p:nvPr/>
        </p:nvGrpSpPr>
        <p:grpSpPr>
          <a:xfrm>
            <a:off x="4932489" y="3683975"/>
            <a:ext cx="580292" cy="474784"/>
            <a:chOff x="4765431" y="2215662"/>
            <a:chExt cx="580292" cy="474784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53D46A49-5BD5-4FFF-E142-B238FF6A7F4D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62A0BCEF-4EDE-307A-DA16-14D8536B4701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2AEAF2E1-E05F-4BEA-D0BE-148B8054F9A9}"/>
              </a:ext>
            </a:extLst>
          </p:cNvPr>
          <p:cNvGrpSpPr/>
          <p:nvPr/>
        </p:nvGrpSpPr>
        <p:grpSpPr>
          <a:xfrm>
            <a:off x="4932487" y="4633540"/>
            <a:ext cx="580292" cy="474784"/>
            <a:chOff x="4765431" y="2215662"/>
            <a:chExt cx="580292" cy="474784"/>
          </a:xfrm>
        </p:grpSpPr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04C5B4B6-0E45-7322-7508-A3E25F99B00C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F9633A2C-B667-5152-1981-5E634ABFE825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391055BF-2B82-EE46-41A7-ABE2D9326B8E}"/>
              </a:ext>
            </a:extLst>
          </p:cNvPr>
          <p:cNvGrpSpPr/>
          <p:nvPr/>
        </p:nvGrpSpPr>
        <p:grpSpPr>
          <a:xfrm>
            <a:off x="4932487" y="835270"/>
            <a:ext cx="580292" cy="474784"/>
            <a:chOff x="4765431" y="2215662"/>
            <a:chExt cx="580292" cy="474784"/>
          </a:xfrm>
        </p:grpSpPr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09876F29-F25A-2476-C9AE-7360CA4D1F40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0000"/>
                </a:solidFill>
              </a:endParaRPr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B1992B33-E877-D608-B638-86892D0DD846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9</a:t>
              </a:r>
              <a:endPara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2B2C69D5-5564-6FFD-F934-C5C66030B3D3}"/>
              </a:ext>
            </a:extLst>
          </p:cNvPr>
          <p:cNvGrpSpPr/>
          <p:nvPr/>
        </p:nvGrpSpPr>
        <p:grpSpPr>
          <a:xfrm>
            <a:off x="4932487" y="4158766"/>
            <a:ext cx="580292" cy="474784"/>
            <a:chOff x="4765431" y="2215662"/>
            <a:chExt cx="580292" cy="474784"/>
          </a:xfrm>
        </p:grpSpPr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D8AFE37A-27DF-3B9B-4FA2-BFFF7923BEE8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9F61A6FC-9503-B42A-29E8-539A7FADF1E7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7DC8E6C9-C9C7-9B5B-0AA2-497400B4AD09}"/>
              </a:ext>
            </a:extLst>
          </p:cNvPr>
          <p:cNvGrpSpPr/>
          <p:nvPr/>
        </p:nvGrpSpPr>
        <p:grpSpPr>
          <a:xfrm>
            <a:off x="4932487" y="2734404"/>
            <a:ext cx="580292" cy="474784"/>
            <a:chOff x="4765431" y="2215662"/>
            <a:chExt cx="580292" cy="474784"/>
          </a:xfrm>
        </p:grpSpPr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C024ACB7-D691-771E-CEBB-51DD39DEEF76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4DBB290D-8919-DAC0-AD31-626E26C3A44F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07BC69A7-A35E-5001-C6BC-DC245BE18FF2}"/>
              </a:ext>
            </a:extLst>
          </p:cNvPr>
          <p:cNvGrpSpPr/>
          <p:nvPr/>
        </p:nvGrpSpPr>
        <p:grpSpPr>
          <a:xfrm>
            <a:off x="4932485" y="1783747"/>
            <a:ext cx="580292" cy="474784"/>
            <a:chOff x="4765431" y="2215662"/>
            <a:chExt cx="580292" cy="474784"/>
          </a:xfrm>
        </p:grpSpPr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8E914E78-62D9-2367-C1D6-0A0CCA20A4CC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EAA35872-B972-B60B-5702-C0D10250B24C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2" name="箭头: 右 41">
            <a:extLst>
              <a:ext uri="{FF2B5EF4-FFF2-40B4-BE49-F238E27FC236}">
                <a16:creationId xmlns:a16="http://schemas.microsoft.com/office/drawing/2014/main" id="{732372FD-5027-40E8-80C5-09A08A653415}"/>
              </a:ext>
            </a:extLst>
          </p:cNvPr>
          <p:cNvSpPr/>
          <p:nvPr/>
        </p:nvSpPr>
        <p:spPr>
          <a:xfrm>
            <a:off x="3732334" y="4290647"/>
            <a:ext cx="905608" cy="219808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E3311119-B406-E1E4-3CF9-349EA3E66D04}"/>
              </a:ext>
            </a:extLst>
          </p:cNvPr>
          <p:cNvSpPr txBox="1"/>
          <p:nvPr/>
        </p:nvSpPr>
        <p:spPr>
          <a:xfrm>
            <a:off x="290274" y="993447"/>
            <a:ext cx="114646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第</a:t>
            </a:r>
            <a:r>
              <a:rPr lang="en-US" altLang="zh-CN" sz="3000" dirty="0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轮</a:t>
            </a:r>
          </a:p>
        </p:txBody>
      </p:sp>
    </p:spTree>
    <p:extLst>
      <p:ext uri="{BB962C8B-B14F-4D97-AF65-F5344CB8AC3E}">
        <p14:creationId xmlns:p14="http://schemas.microsoft.com/office/powerpoint/2010/main" val="166642630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32AA53F-6691-417E-8BCC-043C26ECBB2B}"/>
              </a:ext>
            </a:extLst>
          </p:cNvPr>
          <p:cNvSpPr txBox="1"/>
          <p:nvPr/>
        </p:nvSpPr>
        <p:spPr>
          <a:xfrm>
            <a:off x="290146" y="254977"/>
            <a:ext cx="172354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冒泡排序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FA7DA52F-6AEC-612A-9515-1115D5EFBF2B}"/>
              </a:ext>
            </a:extLst>
          </p:cNvPr>
          <p:cNvGrpSpPr/>
          <p:nvPr/>
        </p:nvGrpSpPr>
        <p:grpSpPr>
          <a:xfrm>
            <a:off x="4932491" y="2259629"/>
            <a:ext cx="580292" cy="474784"/>
            <a:chOff x="4765431" y="2215662"/>
            <a:chExt cx="580292" cy="474784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DD25647B-4385-51E8-55F2-D95BC281032D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4286C3F0-B76D-E9AC-5D33-6C948828017A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72709046-C196-4B31-22BD-E9E1EB69BDD3}"/>
              </a:ext>
            </a:extLst>
          </p:cNvPr>
          <p:cNvGrpSpPr/>
          <p:nvPr/>
        </p:nvGrpSpPr>
        <p:grpSpPr>
          <a:xfrm>
            <a:off x="4932487" y="1310058"/>
            <a:ext cx="580292" cy="474784"/>
            <a:chOff x="4765431" y="2215662"/>
            <a:chExt cx="580292" cy="474784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26F78766-FC0F-4F71-DE8B-3DFB134BE704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EED2FB08-2AF7-9F80-F6C9-76ED61497C23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  <a:endPara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39ACED12-BEA6-2D5C-935A-7244640B3A69}"/>
              </a:ext>
            </a:extLst>
          </p:cNvPr>
          <p:cNvGrpSpPr/>
          <p:nvPr/>
        </p:nvGrpSpPr>
        <p:grpSpPr>
          <a:xfrm>
            <a:off x="4932490" y="3209195"/>
            <a:ext cx="580292" cy="474784"/>
            <a:chOff x="4765431" y="2215662"/>
            <a:chExt cx="580292" cy="474784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A43E0166-6454-EAEE-B2DB-CA91049E904F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3679F2AD-E106-8D79-398B-31CE55162B4B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32470D5E-68F9-BD5D-0D23-99D5184B2467}"/>
              </a:ext>
            </a:extLst>
          </p:cNvPr>
          <p:cNvGrpSpPr/>
          <p:nvPr/>
        </p:nvGrpSpPr>
        <p:grpSpPr>
          <a:xfrm>
            <a:off x="4932487" y="4158764"/>
            <a:ext cx="580292" cy="474784"/>
            <a:chOff x="4765431" y="2215662"/>
            <a:chExt cx="580292" cy="474784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53D46A49-5BD5-4FFF-E142-B238FF6A7F4D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62A0BCEF-4EDE-307A-DA16-14D8536B4701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2AEAF2E1-E05F-4BEA-D0BE-148B8054F9A9}"/>
              </a:ext>
            </a:extLst>
          </p:cNvPr>
          <p:cNvGrpSpPr/>
          <p:nvPr/>
        </p:nvGrpSpPr>
        <p:grpSpPr>
          <a:xfrm>
            <a:off x="4932487" y="4633540"/>
            <a:ext cx="580292" cy="474784"/>
            <a:chOff x="4765431" y="2215662"/>
            <a:chExt cx="580292" cy="474784"/>
          </a:xfrm>
        </p:grpSpPr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04C5B4B6-0E45-7322-7508-A3E25F99B00C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F9633A2C-B667-5152-1981-5E634ABFE825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391055BF-2B82-EE46-41A7-ABE2D9326B8E}"/>
              </a:ext>
            </a:extLst>
          </p:cNvPr>
          <p:cNvGrpSpPr/>
          <p:nvPr/>
        </p:nvGrpSpPr>
        <p:grpSpPr>
          <a:xfrm>
            <a:off x="4932487" y="835270"/>
            <a:ext cx="580292" cy="474784"/>
            <a:chOff x="4765431" y="2215662"/>
            <a:chExt cx="580292" cy="474784"/>
          </a:xfrm>
        </p:grpSpPr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09876F29-F25A-2476-C9AE-7360CA4D1F40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0000"/>
                </a:solidFill>
              </a:endParaRPr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B1992B33-E877-D608-B638-86892D0DD846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9</a:t>
              </a:r>
              <a:endPara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2B2C69D5-5564-6FFD-F934-C5C66030B3D3}"/>
              </a:ext>
            </a:extLst>
          </p:cNvPr>
          <p:cNvGrpSpPr/>
          <p:nvPr/>
        </p:nvGrpSpPr>
        <p:grpSpPr>
          <a:xfrm>
            <a:off x="4932487" y="3683983"/>
            <a:ext cx="580292" cy="474784"/>
            <a:chOff x="4765431" y="2215662"/>
            <a:chExt cx="580292" cy="474784"/>
          </a:xfrm>
        </p:grpSpPr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D8AFE37A-27DF-3B9B-4FA2-BFFF7923BEE8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9F61A6FC-9503-B42A-29E8-539A7FADF1E7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7DC8E6C9-C9C7-9B5B-0AA2-497400B4AD09}"/>
              </a:ext>
            </a:extLst>
          </p:cNvPr>
          <p:cNvGrpSpPr/>
          <p:nvPr/>
        </p:nvGrpSpPr>
        <p:grpSpPr>
          <a:xfrm>
            <a:off x="4932487" y="2734404"/>
            <a:ext cx="580292" cy="474784"/>
            <a:chOff x="4765431" y="2215662"/>
            <a:chExt cx="580292" cy="474784"/>
          </a:xfrm>
        </p:grpSpPr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C024ACB7-D691-771E-CEBB-51DD39DEEF76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4DBB290D-8919-DAC0-AD31-626E26C3A44F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07BC69A7-A35E-5001-C6BC-DC245BE18FF2}"/>
              </a:ext>
            </a:extLst>
          </p:cNvPr>
          <p:cNvGrpSpPr/>
          <p:nvPr/>
        </p:nvGrpSpPr>
        <p:grpSpPr>
          <a:xfrm>
            <a:off x="4932485" y="1783747"/>
            <a:ext cx="580292" cy="474784"/>
            <a:chOff x="4765431" y="2215662"/>
            <a:chExt cx="580292" cy="474784"/>
          </a:xfrm>
        </p:grpSpPr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8E914E78-62D9-2367-C1D6-0A0CCA20A4CC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EAA35872-B972-B60B-5702-C0D10250B24C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2" name="箭头: 右 41">
            <a:extLst>
              <a:ext uri="{FF2B5EF4-FFF2-40B4-BE49-F238E27FC236}">
                <a16:creationId xmlns:a16="http://schemas.microsoft.com/office/drawing/2014/main" id="{732372FD-5027-40E8-80C5-09A08A653415}"/>
              </a:ext>
            </a:extLst>
          </p:cNvPr>
          <p:cNvSpPr/>
          <p:nvPr/>
        </p:nvSpPr>
        <p:spPr>
          <a:xfrm>
            <a:off x="3732334" y="3815864"/>
            <a:ext cx="905608" cy="219808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E3311119-B406-E1E4-3CF9-349EA3E66D04}"/>
              </a:ext>
            </a:extLst>
          </p:cNvPr>
          <p:cNvSpPr txBox="1"/>
          <p:nvPr/>
        </p:nvSpPr>
        <p:spPr>
          <a:xfrm>
            <a:off x="290274" y="993447"/>
            <a:ext cx="114646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第</a:t>
            </a:r>
            <a:r>
              <a:rPr lang="en-US" altLang="zh-CN" sz="3000" dirty="0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轮</a:t>
            </a:r>
          </a:p>
        </p:txBody>
      </p:sp>
    </p:spTree>
    <p:extLst>
      <p:ext uri="{BB962C8B-B14F-4D97-AF65-F5344CB8AC3E}">
        <p14:creationId xmlns:p14="http://schemas.microsoft.com/office/powerpoint/2010/main" val="186376519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32AA53F-6691-417E-8BCC-043C26ECBB2B}"/>
              </a:ext>
            </a:extLst>
          </p:cNvPr>
          <p:cNvSpPr txBox="1"/>
          <p:nvPr/>
        </p:nvSpPr>
        <p:spPr>
          <a:xfrm>
            <a:off x="290146" y="254977"/>
            <a:ext cx="172354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冒泡排序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FA7DA52F-6AEC-612A-9515-1115D5EFBF2B}"/>
              </a:ext>
            </a:extLst>
          </p:cNvPr>
          <p:cNvGrpSpPr/>
          <p:nvPr/>
        </p:nvGrpSpPr>
        <p:grpSpPr>
          <a:xfrm>
            <a:off x="4932491" y="2259629"/>
            <a:ext cx="580292" cy="474784"/>
            <a:chOff x="4765431" y="2215662"/>
            <a:chExt cx="580292" cy="474784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DD25647B-4385-51E8-55F2-D95BC281032D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4286C3F0-B76D-E9AC-5D33-6C948828017A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72709046-C196-4B31-22BD-E9E1EB69BDD3}"/>
              </a:ext>
            </a:extLst>
          </p:cNvPr>
          <p:cNvGrpSpPr/>
          <p:nvPr/>
        </p:nvGrpSpPr>
        <p:grpSpPr>
          <a:xfrm>
            <a:off x="4932487" y="1310058"/>
            <a:ext cx="580292" cy="474784"/>
            <a:chOff x="4765431" y="2215662"/>
            <a:chExt cx="580292" cy="474784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26F78766-FC0F-4F71-DE8B-3DFB134BE704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EED2FB08-2AF7-9F80-F6C9-76ED61497C23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  <a:endPara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39ACED12-BEA6-2D5C-935A-7244640B3A69}"/>
              </a:ext>
            </a:extLst>
          </p:cNvPr>
          <p:cNvGrpSpPr/>
          <p:nvPr/>
        </p:nvGrpSpPr>
        <p:grpSpPr>
          <a:xfrm>
            <a:off x="4932492" y="3683980"/>
            <a:ext cx="580292" cy="474784"/>
            <a:chOff x="4765431" y="2215662"/>
            <a:chExt cx="580292" cy="474784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A43E0166-6454-EAEE-B2DB-CA91049E904F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3679F2AD-E106-8D79-398B-31CE55162B4B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32470D5E-68F9-BD5D-0D23-99D5184B2467}"/>
              </a:ext>
            </a:extLst>
          </p:cNvPr>
          <p:cNvGrpSpPr/>
          <p:nvPr/>
        </p:nvGrpSpPr>
        <p:grpSpPr>
          <a:xfrm>
            <a:off x="4932487" y="4158764"/>
            <a:ext cx="580292" cy="474784"/>
            <a:chOff x="4765431" y="2215662"/>
            <a:chExt cx="580292" cy="474784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53D46A49-5BD5-4FFF-E142-B238FF6A7F4D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62A0BCEF-4EDE-307A-DA16-14D8536B4701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2AEAF2E1-E05F-4BEA-D0BE-148B8054F9A9}"/>
              </a:ext>
            </a:extLst>
          </p:cNvPr>
          <p:cNvGrpSpPr/>
          <p:nvPr/>
        </p:nvGrpSpPr>
        <p:grpSpPr>
          <a:xfrm>
            <a:off x="4932487" y="4633540"/>
            <a:ext cx="580292" cy="474784"/>
            <a:chOff x="4765431" y="2215662"/>
            <a:chExt cx="580292" cy="474784"/>
          </a:xfrm>
        </p:grpSpPr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04C5B4B6-0E45-7322-7508-A3E25F99B00C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F9633A2C-B667-5152-1981-5E634ABFE825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391055BF-2B82-EE46-41A7-ABE2D9326B8E}"/>
              </a:ext>
            </a:extLst>
          </p:cNvPr>
          <p:cNvGrpSpPr/>
          <p:nvPr/>
        </p:nvGrpSpPr>
        <p:grpSpPr>
          <a:xfrm>
            <a:off x="4932487" y="835270"/>
            <a:ext cx="580292" cy="474784"/>
            <a:chOff x="4765431" y="2215662"/>
            <a:chExt cx="580292" cy="474784"/>
          </a:xfrm>
        </p:grpSpPr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09876F29-F25A-2476-C9AE-7360CA4D1F40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0000"/>
                </a:solidFill>
              </a:endParaRPr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B1992B33-E877-D608-B638-86892D0DD846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9</a:t>
              </a:r>
              <a:endPara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2B2C69D5-5564-6FFD-F934-C5C66030B3D3}"/>
              </a:ext>
            </a:extLst>
          </p:cNvPr>
          <p:cNvGrpSpPr/>
          <p:nvPr/>
        </p:nvGrpSpPr>
        <p:grpSpPr>
          <a:xfrm>
            <a:off x="4932487" y="3209200"/>
            <a:ext cx="580292" cy="474784"/>
            <a:chOff x="4765431" y="2215662"/>
            <a:chExt cx="580292" cy="474784"/>
          </a:xfrm>
        </p:grpSpPr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D8AFE37A-27DF-3B9B-4FA2-BFFF7923BEE8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9F61A6FC-9503-B42A-29E8-539A7FADF1E7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7DC8E6C9-C9C7-9B5B-0AA2-497400B4AD09}"/>
              </a:ext>
            </a:extLst>
          </p:cNvPr>
          <p:cNvGrpSpPr/>
          <p:nvPr/>
        </p:nvGrpSpPr>
        <p:grpSpPr>
          <a:xfrm>
            <a:off x="4932487" y="2734404"/>
            <a:ext cx="580292" cy="474784"/>
            <a:chOff x="4765431" y="2215662"/>
            <a:chExt cx="580292" cy="474784"/>
          </a:xfrm>
        </p:grpSpPr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C024ACB7-D691-771E-CEBB-51DD39DEEF76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4DBB290D-8919-DAC0-AD31-626E26C3A44F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07BC69A7-A35E-5001-C6BC-DC245BE18FF2}"/>
              </a:ext>
            </a:extLst>
          </p:cNvPr>
          <p:cNvGrpSpPr/>
          <p:nvPr/>
        </p:nvGrpSpPr>
        <p:grpSpPr>
          <a:xfrm>
            <a:off x="4932485" y="1783747"/>
            <a:ext cx="580292" cy="474784"/>
            <a:chOff x="4765431" y="2215662"/>
            <a:chExt cx="580292" cy="474784"/>
          </a:xfrm>
        </p:grpSpPr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8E914E78-62D9-2367-C1D6-0A0CCA20A4CC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EAA35872-B972-B60B-5702-C0D10250B24C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2" name="箭头: 右 41">
            <a:extLst>
              <a:ext uri="{FF2B5EF4-FFF2-40B4-BE49-F238E27FC236}">
                <a16:creationId xmlns:a16="http://schemas.microsoft.com/office/drawing/2014/main" id="{732372FD-5027-40E8-80C5-09A08A653415}"/>
              </a:ext>
            </a:extLst>
          </p:cNvPr>
          <p:cNvSpPr/>
          <p:nvPr/>
        </p:nvSpPr>
        <p:spPr>
          <a:xfrm>
            <a:off x="3732334" y="3341081"/>
            <a:ext cx="905608" cy="219808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E3311119-B406-E1E4-3CF9-349EA3E66D04}"/>
              </a:ext>
            </a:extLst>
          </p:cNvPr>
          <p:cNvSpPr txBox="1"/>
          <p:nvPr/>
        </p:nvSpPr>
        <p:spPr>
          <a:xfrm>
            <a:off x="290274" y="993447"/>
            <a:ext cx="114646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第</a:t>
            </a:r>
            <a:r>
              <a:rPr lang="en-US" altLang="zh-CN" sz="3000" dirty="0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轮</a:t>
            </a:r>
          </a:p>
        </p:txBody>
      </p:sp>
    </p:spTree>
    <p:extLst>
      <p:ext uri="{BB962C8B-B14F-4D97-AF65-F5344CB8AC3E}">
        <p14:creationId xmlns:p14="http://schemas.microsoft.com/office/powerpoint/2010/main" val="6150793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32AA53F-6691-417E-8BCC-043C26ECBB2B}"/>
              </a:ext>
            </a:extLst>
          </p:cNvPr>
          <p:cNvSpPr txBox="1"/>
          <p:nvPr/>
        </p:nvSpPr>
        <p:spPr>
          <a:xfrm>
            <a:off x="290146" y="254977"/>
            <a:ext cx="172354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冒泡排序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FA7DA52F-6AEC-612A-9515-1115D5EFBF2B}"/>
              </a:ext>
            </a:extLst>
          </p:cNvPr>
          <p:cNvGrpSpPr/>
          <p:nvPr/>
        </p:nvGrpSpPr>
        <p:grpSpPr>
          <a:xfrm>
            <a:off x="4932491" y="2259629"/>
            <a:ext cx="580292" cy="474784"/>
            <a:chOff x="4765431" y="2215662"/>
            <a:chExt cx="580292" cy="474784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DD25647B-4385-51E8-55F2-D95BC281032D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4286C3F0-B76D-E9AC-5D33-6C948828017A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72709046-C196-4B31-22BD-E9E1EB69BDD3}"/>
              </a:ext>
            </a:extLst>
          </p:cNvPr>
          <p:cNvGrpSpPr/>
          <p:nvPr/>
        </p:nvGrpSpPr>
        <p:grpSpPr>
          <a:xfrm>
            <a:off x="4932487" y="1310058"/>
            <a:ext cx="580292" cy="474784"/>
            <a:chOff x="4765431" y="2215662"/>
            <a:chExt cx="580292" cy="474784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26F78766-FC0F-4F71-DE8B-3DFB134BE704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EED2FB08-2AF7-9F80-F6C9-76ED61497C23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  <a:endPara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39ACED12-BEA6-2D5C-935A-7244640B3A69}"/>
              </a:ext>
            </a:extLst>
          </p:cNvPr>
          <p:cNvGrpSpPr/>
          <p:nvPr/>
        </p:nvGrpSpPr>
        <p:grpSpPr>
          <a:xfrm>
            <a:off x="4932492" y="3683980"/>
            <a:ext cx="580292" cy="474784"/>
            <a:chOff x="4765431" y="2215662"/>
            <a:chExt cx="580292" cy="474784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A43E0166-6454-EAEE-B2DB-CA91049E904F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3679F2AD-E106-8D79-398B-31CE55162B4B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32470D5E-68F9-BD5D-0D23-99D5184B2467}"/>
              </a:ext>
            </a:extLst>
          </p:cNvPr>
          <p:cNvGrpSpPr/>
          <p:nvPr/>
        </p:nvGrpSpPr>
        <p:grpSpPr>
          <a:xfrm>
            <a:off x="4932487" y="4158764"/>
            <a:ext cx="580292" cy="474784"/>
            <a:chOff x="4765431" y="2215662"/>
            <a:chExt cx="580292" cy="474784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53D46A49-5BD5-4FFF-E142-B238FF6A7F4D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62A0BCEF-4EDE-307A-DA16-14D8536B4701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2AEAF2E1-E05F-4BEA-D0BE-148B8054F9A9}"/>
              </a:ext>
            </a:extLst>
          </p:cNvPr>
          <p:cNvGrpSpPr/>
          <p:nvPr/>
        </p:nvGrpSpPr>
        <p:grpSpPr>
          <a:xfrm>
            <a:off x="4932487" y="4633540"/>
            <a:ext cx="580292" cy="474784"/>
            <a:chOff x="4765431" y="2215662"/>
            <a:chExt cx="580292" cy="474784"/>
          </a:xfrm>
        </p:grpSpPr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04C5B4B6-0E45-7322-7508-A3E25F99B00C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F9633A2C-B667-5152-1981-5E634ABFE825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391055BF-2B82-EE46-41A7-ABE2D9326B8E}"/>
              </a:ext>
            </a:extLst>
          </p:cNvPr>
          <p:cNvGrpSpPr/>
          <p:nvPr/>
        </p:nvGrpSpPr>
        <p:grpSpPr>
          <a:xfrm>
            <a:off x="4932487" y="835270"/>
            <a:ext cx="580292" cy="474784"/>
            <a:chOff x="4765431" y="2215662"/>
            <a:chExt cx="580292" cy="474784"/>
          </a:xfrm>
        </p:grpSpPr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09876F29-F25A-2476-C9AE-7360CA4D1F40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0000"/>
                </a:solidFill>
              </a:endParaRPr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B1992B33-E877-D608-B638-86892D0DD846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9</a:t>
              </a:r>
              <a:endPara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2B2C69D5-5564-6FFD-F934-C5C66030B3D3}"/>
              </a:ext>
            </a:extLst>
          </p:cNvPr>
          <p:cNvGrpSpPr/>
          <p:nvPr/>
        </p:nvGrpSpPr>
        <p:grpSpPr>
          <a:xfrm>
            <a:off x="4932487" y="3209200"/>
            <a:ext cx="580292" cy="474784"/>
            <a:chOff x="4765431" y="2215662"/>
            <a:chExt cx="580292" cy="474784"/>
          </a:xfrm>
        </p:grpSpPr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D8AFE37A-27DF-3B9B-4FA2-BFFF7923BEE8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9F61A6FC-9503-B42A-29E8-539A7FADF1E7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7DC8E6C9-C9C7-9B5B-0AA2-497400B4AD09}"/>
              </a:ext>
            </a:extLst>
          </p:cNvPr>
          <p:cNvGrpSpPr/>
          <p:nvPr/>
        </p:nvGrpSpPr>
        <p:grpSpPr>
          <a:xfrm>
            <a:off x="4932487" y="2734404"/>
            <a:ext cx="580292" cy="474784"/>
            <a:chOff x="4765431" y="2215662"/>
            <a:chExt cx="580292" cy="474784"/>
          </a:xfrm>
        </p:grpSpPr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C024ACB7-D691-771E-CEBB-51DD39DEEF76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4DBB290D-8919-DAC0-AD31-626E26C3A44F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07BC69A7-A35E-5001-C6BC-DC245BE18FF2}"/>
              </a:ext>
            </a:extLst>
          </p:cNvPr>
          <p:cNvGrpSpPr/>
          <p:nvPr/>
        </p:nvGrpSpPr>
        <p:grpSpPr>
          <a:xfrm>
            <a:off x="4932485" y="1783747"/>
            <a:ext cx="580292" cy="474784"/>
            <a:chOff x="4765431" y="2215662"/>
            <a:chExt cx="580292" cy="474784"/>
          </a:xfrm>
        </p:grpSpPr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8E914E78-62D9-2367-C1D6-0A0CCA20A4CC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EAA35872-B972-B60B-5702-C0D10250B24C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2" name="箭头: 右 41">
            <a:extLst>
              <a:ext uri="{FF2B5EF4-FFF2-40B4-BE49-F238E27FC236}">
                <a16:creationId xmlns:a16="http://schemas.microsoft.com/office/drawing/2014/main" id="{732372FD-5027-40E8-80C5-09A08A653415}"/>
              </a:ext>
            </a:extLst>
          </p:cNvPr>
          <p:cNvSpPr/>
          <p:nvPr/>
        </p:nvSpPr>
        <p:spPr>
          <a:xfrm>
            <a:off x="3732334" y="2866296"/>
            <a:ext cx="905608" cy="219808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E3311119-B406-E1E4-3CF9-349EA3E66D04}"/>
              </a:ext>
            </a:extLst>
          </p:cNvPr>
          <p:cNvSpPr txBox="1"/>
          <p:nvPr/>
        </p:nvSpPr>
        <p:spPr>
          <a:xfrm>
            <a:off x="290274" y="993447"/>
            <a:ext cx="114646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第</a:t>
            </a:r>
            <a:r>
              <a:rPr lang="en-US" altLang="zh-CN" sz="3000" dirty="0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轮</a:t>
            </a:r>
          </a:p>
        </p:txBody>
      </p:sp>
    </p:spTree>
    <p:extLst>
      <p:ext uri="{BB962C8B-B14F-4D97-AF65-F5344CB8AC3E}">
        <p14:creationId xmlns:p14="http://schemas.microsoft.com/office/powerpoint/2010/main" val="218420218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32AA53F-6691-417E-8BCC-043C26ECBB2B}"/>
              </a:ext>
            </a:extLst>
          </p:cNvPr>
          <p:cNvSpPr txBox="1"/>
          <p:nvPr/>
        </p:nvSpPr>
        <p:spPr>
          <a:xfrm>
            <a:off x="290146" y="254977"/>
            <a:ext cx="172354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冒泡排序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FA7DA52F-6AEC-612A-9515-1115D5EFBF2B}"/>
              </a:ext>
            </a:extLst>
          </p:cNvPr>
          <p:cNvGrpSpPr/>
          <p:nvPr/>
        </p:nvGrpSpPr>
        <p:grpSpPr>
          <a:xfrm>
            <a:off x="4932491" y="2259629"/>
            <a:ext cx="580292" cy="474784"/>
            <a:chOff x="4765431" y="2215662"/>
            <a:chExt cx="580292" cy="474784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DD25647B-4385-51E8-55F2-D95BC281032D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4286C3F0-B76D-E9AC-5D33-6C948828017A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72709046-C196-4B31-22BD-E9E1EB69BDD3}"/>
              </a:ext>
            </a:extLst>
          </p:cNvPr>
          <p:cNvGrpSpPr/>
          <p:nvPr/>
        </p:nvGrpSpPr>
        <p:grpSpPr>
          <a:xfrm>
            <a:off x="4932487" y="1310058"/>
            <a:ext cx="580292" cy="474784"/>
            <a:chOff x="4765431" y="2215662"/>
            <a:chExt cx="580292" cy="474784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26F78766-FC0F-4F71-DE8B-3DFB134BE704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EED2FB08-2AF7-9F80-F6C9-76ED61497C23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  <a:endPara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39ACED12-BEA6-2D5C-935A-7244640B3A69}"/>
              </a:ext>
            </a:extLst>
          </p:cNvPr>
          <p:cNvGrpSpPr/>
          <p:nvPr/>
        </p:nvGrpSpPr>
        <p:grpSpPr>
          <a:xfrm>
            <a:off x="4932492" y="3683980"/>
            <a:ext cx="580292" cy="474784"/>
            <a:chOff x="4765431" y="2215662"/>
            <a:chExt cx="580292" cy="474784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A43E0166-6454-EAEE-B2DB-CA91049E904F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3679F2AD-E106-8D79-398B-31CE55162B4B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32470D5E-68F9-BD5D-0D23-99D5184B2467}"/>
              </a:ext>
            </a:extLst>
          </p:cNvPr>
          <p:cNvGrpSpPr/>
          <p:nvPr/>
        </p:nvGrpSpPr>
        <p:grpSpPr>
          <a:xfrm>
            <a:off x="4932487" y="4158764"/>
            <a:ext cx="580292" cy="474784"/>
            <a:chOff x="4765431" y="2215662"/>
            <a:chExt cx="580292" cy="474784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53D46A49-5BD5-4FFF-E142-B238FF6A7F4D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62A0BCEF-4EDE-307A-DA16-14D8536B4701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2AEAF2E1-E05F-4BEA-D0BE-148B8054F9A9}"/>
              </a:ext>
            </a:extLst>
          </p:cNvPr>
          <p:cNvGrpSpPr/>
          <p:nvPr/>
        </p:nvGrpSpPr>
        <p:grpSpPr>
          <a:xfrm>
            <a:off x="4932487" y="4633540"/>
            <a:ext cx="580292" cy="474784"/>
            <a:chOff x="4765431" y="2215662"/>
            <a:chExt cx="580292" cy="474784"/>
          </a:xfrm>
        </p:grpSpPr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04C5B4B6-0E45-7322-7508-A3E25F99B00C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F9633A2C-B667-5152-1981-5E634ABFE825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391055BF-2B82-EE46-41A7-ABE2D9326B8E}"/>
              </a:ext>
            </a:extLst>
          </p:cNvPr>
          <p:cNvGrpSpPr/>
          <p:nvPr/>
        </p:nvGrpSpPr>
        <p:grpSpPr>
          <a:xfrm>
            <a:off x="4932487" y="835270"/>
            <a:ext cx="580292" cy="474784"/>
            <a:chOff x="4765431" y="2215662"/>
            <a:chExt cx="580292" cy="474784"/>
          </a:xfrm>
        </p:grpSpPr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09876F29-F25A-2476-C9AE-7360CA4D1F40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0000"/>
                </a:solidFill>
              </a:endParaRPr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B1992B33-E877-D608-B638-86892D0DD846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9</a:t>
              </a:r>
              <a:endPara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2B2C69D5-5564-6FFD-F934-C5C66030B3D3}"/>
              </a:ext>
            </a:extLst>
          </p:cNvPr>
          <p:cNvGrpSpPr/>
          <p:nvPr/>
        </p:nvGrpSpPr>
        <p:grpSpPr>
          <a:xfrm>
            <a:off x="4932487" y="3209200"/>
            <a:ext cx="580292" cy="474784"/>
            <a:chOff x="4765431" y="2215662"/>
            <a:chExt cx="580292" cy="474784"/>
          </a:xfrm>
        </p:grpSpPr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D8AFE37A-27DF-3B9B-4FA2-BFFF7923BEE8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9F61A6FC-9503-B42A-29E8-539A7FADF1E7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7DC8E6C9-C9C7-9B5B-0AA2-497400B4AD09}"/>
              </a:ext>
            </a:extLst>
          </p:cNvPr>
          <p:cNvGrpSpPr/>
          <p:nvPr/>
        </p:nvGrpSpPr>
        <p:grpSpPr>
          <a:xfrm>
            <a:off x="4932487" y="2734404"/>
            <a:ext cx="580292" cy="474784"/>
            <a:chOff x="4765431" y="2215662"/>
            <a:chExt cx="580292" cy="474784"/>
          </a:xfrm>
        </p:grpSpPr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C024ACB7-D691-771E-CEBB-51DD39DEEF76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4DBB290D-8919-DAC0-AD31-626E26C3A44F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07BC69A7-A35E-5001-C6BC-DC245BE18FF2}"/>
              </a:ext>
            </a:extLst>
          </p:cNvPr>
          <p:cNvGrpSpPr/>
          <p:nvPr/>
        </p:nvGrpSpPr>
        <p:grpSpPr>
          <a:xfrm>
            <a:off x="4932485" y="1783747"/>
            <a:ext cx="580292" cy="474784"/>
            <a:chOff x="4765431" y="2215662"/>
            <a:chExt cx="580292" cy="474784"/>
          </a:xfrm>
        </p:grpSpPr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8E914E78-62D9-2367-C1D6-0A0CCA20A4CC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EAA35872-B972-B60B-5702-C0D10250B24C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2" name="箭头: 右 41">
            <a:extLst>
              <a:ext uri="{FF2B5EF4-FFF2-40B4-BE49-F238E27FC236}">
                <a16:creationId xmlns:a16="http://schemas.microsoft.com/office/drawing/2014/main" id="{732372FD-5027-40E8-80C5-09A08A653415}"/>
              </a:ext>
            </a:extLst>
          </p:cNvPr>
          <p:cNvSpPr/>
          <p:nvPr/>
        </p:nvSpPr>
        <p:spPr>
          <a:xfrm>
            <a:off x="3732334" y="2373925"/>
            <a:ext cx="905608" cy="219808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E3311119-B406-E1E4-3CF9-349EA3E66D04}"/>
              </a:ext>
            </a:extLst>
          </p:cNvPr>
          <p:cNvSpPr txBox="1"/>
          <p:nvPr/>
        </p:nvSpPr>
        <p:spPr>
          <a:xfrm>
            <a:off x="290274" y="993447"/>
            <a:ext cx="114646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第</a:t>
            </a:r>
            <a:r>
              <a:rPr lang="en-US" altLang="zh-CN" sz="3000" dirty="0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轮</a:t>
            </a:r>
          </a:p>
        </p:txBody>
      </p:sp>
    </p:spTree>
    <p:extLst>
      <p:ext uri="{BB962C8B-B14F-4D97-AF65-F5344CB8AC3E}">
        <p14:creationId xmlns:p14="http://schemas.microsoft.com/office/powerpoint/2010/main" val="44723629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32AA53F-6691-417E-8BCC-043C26ECBB2B}"/>
              </a:ext>
            </a:extLst>
          </p:cNvPr>
          <p:cNvSpPr txBox="1"/>
          <p:nvPr/>
        </p:nvSpPr>
        <p:spPr>
          <a:xfrm>
            <a:off x="290146" y="254977"/>
            <a:ext cx="172354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冒泡排序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FA7DA52F-6AEC-612A-9515-1115D5EFBF2B}"/>
              </a:ext>
            </a:extLst>
          </p:cNvPr>
          <p:cNvGrpSpPr/>
          <p:nvPr/>
        </p:nvGrpSpPr>
        <p:grpSpPr>
          <a:xfrm>
            <a:off x="4932491" y="1784844"/>
            <a:ext cx="580292" cy="474784"/>
            <a:chOff x="4765431" y="2215662"/>
            <a:chExt cx="580292" cy="474784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DD25647B-4385-51E8-55F2-D95BC281032D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4286C3F0-B76D-E9AC-5D33-6C948828017A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  <a:endPara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72709046-C196-4B31-22BD-E9E1EB69BDD3}"/>
              </a:ext>
            </a:extLst>
          </p:cNvPr>
          <p:cNvGrpSpPr/>
          <p:nvPr/>
        </p:nvGrpSpPr>
        <p:grpSpPr>
          <a:xfrm>
            <a:off x="4932487" y="1310058"/>
            <a:ext cx="580292" cy="474784"/>
            <a:chOff x="4765431" y="2215662"/>
            <a:chExt cx="580292" cy="474784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26F78766-FC0F-4F71-DE8B-3DFB134BE704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EED2FB08-2AF7-9F80-F6C9-76ED61497C23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  <a:endPara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39ACED12-BEA6-2D5C-935A-7244640B3A69}"/>
              </a:ext>
            </a:extLst>
          </p:cNvPr>
          <p:cNvGrpSpPr/>
          <p:nvPr/>
        </p:nvGrpSpPr>
        <p:grpSpPr>
          <a:xfrm>
            <a:off x="4932492" y="3683980"/>
            <a:ext cx="580292" cy="474784"/>
            <a:chOff x="4765431" y="2215662"/>
            <a:chExt cx="580292" cy="474784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A43E0166-6454-EAEE-B2DB-CA91049E904F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3679F2AD-E106-8D79-398B-31CE55162B4B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32470D5E-68F9-BD5D-0D23-99D5184B2467}"/>
              </a:ext>
            </a:extLst>
          </p:cNvPr>
          <p:cNvGrpSpPr/>
          <p:nvPr/>
        </p:nvGrpSpPr>
        <p:grpSpPr>
          <a:xfrm>
            <a:off x="4932487" y="4158764"/>
            <a:ext cx="580292" cy="474784"/>
            <a:chOff x="4765431" y="2215662"/>
            <a:chExt cx="580292" cy="474784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53D46A49-5BD5-4FFF-E142-B238FF6A7F4D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62A0BCEF-4EDE-307A-DA16-14D8536B4701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2AEAF2E1-E05F-4BEA-D0BE-148B8054F9A9}"/>
              </a:ext>
            </a:extLst>
          </p:cNvPr>
          <p:cNvGrpSpPr/>
          <p:nvPr/>
        </p:nvGrpSpPr>
        <p:grpSpPr>
          <a:xfrm>
            <a:off x="4932487" y="4633540"/>
            <a:ext cx="580292" cy="474784"/>
            <a:chOff x="4765431" y="2215662"/>
            <a:chExt cx="580292" cy="474784"/>
          </a:xfrm>
        </p:grpSpPr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04C5B4B6-0E45-7322-7508-A3E25F99B00C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F9633A2C-B667-5152-1981-5E634ABFE825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391055BF-2B82-EE46-41A7-ABE2D9326B8E}"/>
              </a:ext>
            </a:extLst>
          </p:cNvPr>
          <p:cNvGrpSpPr/>
          <p:nvPr/>
        </p:nvGrpSpPr>
        <p:grpSpPr>
          <a:xfrm>
            <a:off x="4932487" y="835270"/>
            <a:ext cx="580292" cy="474784"/>
            <a:chOff x="4765431" y="2215662"/>
            <a:chExt cx="580292" cy="474784"/>
          </a:xfrm>
        </p:grpSpPr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09876F29-F25A-2476-C9AE-7360CA4D1F40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0000"/>
                </a:solidFill>
              </a:endParaRPr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B1992B33-E877-D608-B638-86892D0DD846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9</a:t>
              </a:r>
              <a:endPara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2B2C69D5-5564-6FFD-F934-C5C66030B3D3}"/>
              </a:ext>
            </a:extLst>
          </p:cNvPr>
          <p:cNvGrpSpPr/>
          <p:nvPr/>
        </p:nvGrpSpPr>
        <p:grpSpPr>
          <a:xfrm>
            <a:off x="4932487" y="3209200"/>
            <a:ext cx="580292" cy="474784"/>
            <a:chOff x="4765431" y="2215662"/>
            <a:chExt cx="580292" cy="474784"/>
          </a:xfrm>
        </p:grpSpPr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D8AFE37A-27DF-3B9B-4FA2-BFFF7923BEE8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9F61A6FC-9503-B42A-29E8-539A7FADF1E7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7DC8E6C9-C9C7-9B5B-0AA2-497400B4AD09}"/>
              </a:ext>
            </a:extLst>
          </p:cNvPr>
          <p:cNvGrpSpPr/>
          <p:nvPr/>
        </p:nvGrpSpPr>
        <p:grpSpPr>
          <a:xfrm>
            <a:off x="4932487" y="2734404"/>
            <a:ext cx="580292" cy="474784"/>
            <a:chOff x="4765431" y="2215662"/>
            <a:chExt cx="580292" cy="474784"/>
          </a:xfrm>
        </p:grpSpPr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C024ACB7-D691-771E-CEBB-51DD39DEEF76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4DBB290D-8919-DAC0-AD31-626E26C3A44F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07BC69A7-A35E-5001-C6BC-DC245BE18FF2}"/>
              </a:ext>
            </a:extLst>
          </p:cNvPr>
          <p:cNvGrpSpPr/>
          <p:nvPr/>
        </p:nvGrpSpPr>
        <p:grpSpPr>
          <a:xfrm>
            <a:off x="4932487" y="2258534"/>
            <a:ext cx="580292" cy="474784"/>
            <a:chOff x="4765431" y="2215662"/>
            <a:chExt cx="580292" cy="474784"/>
          </a:xfrm>
        </p:grpSpPr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8E914E78-62D9-2367-C1D6-0A0CCA20A4CC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EAA35872-B972-B60B-5702-C0D10250B24C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2" name="箭头: 右 41">
            <a:extLst>
              <a:ext uri="{FF2B5EF4-FFF2-40B4-BE49-F238E27FC236}">
                <a16:creationId xmlns:a16="http://schemas.microsoft.com/office/drawing/2014/main" id="{732372FD-5027-40E8-80C5-09A08A653415}"/>
              </a:ext>
            </a:extLst>
          </p:cNvPr>
          <p:cNvSpPr/>
          <p:nvPr/>
        </p:nvSpPr>
        <p:spPr>
          <a:xfrm>
            <a:off x="3732334" y="1899140"/>
            <a:ext cx="905608" cy="219808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E3311119-B406-E1E4-3CF9-349EA3E66D04}"/>
              </a:ext>
            </a:extLst>
          </p:cNvPr>
          <p:cNvSpPr txBox="1"/>
          <p:nvPr/>
        </p:nvSpPr>
        <p:spPr>
          <a:xfrm>
            <a:off x="290274" y="993447"/>
            <a:ext cx="114646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第</a:t>
            </a:r>
            <a:r>
              <a:rPr lang="en-US" altLang="zh-CN" sz="3000" dirty="0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轮</a:t>
            </a:r>
          </a:p>
        </p:txBody>
      </p:sp>
    </p:spTree>
    <p:extLst>
      <p:ext uri="{BB962C8B-B14F-4D97-AF65-F5344CB8AC3E}">
        <p14:creationId xmlns:p14="http://schemas.microsoft.com/office/powerpoint/2010/main" val="285514918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32AA53F-6691-417E-8BCC-043C26ECBB2B}"/>
              </a:ext>
            </a:extLst>
          </p:cNvPr>
          <p:cNvSpPr txBox="1"/>
          <p:nvPr/>
        </p:nvSpPr>
        <p:spPr>
          <a:xfrm>
            <a:off x="290146" y="254977"/>
            <a:ext cx="172354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冒泡排序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FA7DA52F-6AEC-612A-9515-1115D5EFBF2B}"/>
              </a:ext>
            </a:extLst>
          </p:cNvPr>
          <p:cNvGrpSpPr/>
          <p:nvPr/>
        </p:nvGrpSpPr>
        <p:grpSpPr>
          <a:xfrm>
            <a:off x="4932491" y="1784844"/>
            <a:ext cx="580292" cy="474784"/>
            <a:chOff x="4765431" y="2215662"/>
            <a:chExt cx="580292" cy="474784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DD25647B-4385-51E8-55F2-D95BC281032D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4286C3F0-B76D-E9AC-5D33-6C948828017A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  <a:endPara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72709046-C196-4B31-22BD-E9E1EB69BDD3}"/>
              </a:ext>
            </a:extLst>
          </p:cNvPr>
          <p:cNvGrpSpPr/>
          <p:nvPr/>
        </p:nvGrpSpPr>
        <p:grpSpPr>
          <a:xfrm>
            <a:off x="4932487" y="1310058"/>
            <a:ext cx="580292" cy="474784"/>
            <a:chOff x="4765431" y="2215662"/>
            <a:chExt cx="580292" cy="474784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26F78766-FC0F-4F71-DE8B-3DFB134BE704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EED2FB08-2AF7-9F80-F6C9-76ED61497C23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  <a:endPara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39ACED12-BEA6-2D5C-935A-7244640B3A69}"/>
              </a:ext>
            </a:extLst>
          </p:cNvPr>
          <p:cNvGrpSpPr/>
          <p:nvPr/>
        </p:nvGrpSpPr>
        <p:grpSpPr>
          <a:xfrm>
            <a:off x="4932492" y="3683980"/>
            <a:ext cx="580292" cy="474784"/>
            <a:chOff x="4765431" y="2215662"/>
            <a:chExt cx="580292" cy="474784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A43E0166-6454-EAEE-B2DB-CA91049E904F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3679F2AD-E106-8D79-398B-31CE55162B4B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32470D5E-68F9-BD5D-0D23-99D5184B2467}"/>
              </a:ext>
            </a:extLst>
          </p:cNvPr>
          <p:cNvGrpSpPr/>
          <p:nvPr/>
        </p:nvGrpSpPr>
        <p:grpSpPr>
          <a:xfrm>
            <a:off x="4932487" y="4158764"/>
            <a:ext cx="580292" cy="474784"/>
            <a:chOff x="4765431" y="2215662"/>
            <a:chExt cx="580292" cy="474784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53D46A49-5BD5-4FFF-E142-B238FF6A7F4D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62A0BCEF-4EDE-307A-DA16-14D8536B4701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2AEAF2E1-E05F-4BEA-D0BE-148B8054F9A9}"/>
              </a:ext>
            </a:extLst>
          </p:cNvPr>
          <p:cNvGrpSpPr/>
          <p:nvPr/>
        </p:nvGrpSpPr>
        <p:grpSpPr>
          <a:xfrm>
            <a:off x="4932487" y="4633540"/>
            <a:ext cx="580292" cy="474784"/>
            <a:chOff x="4765431" y="2215662"/>
            <a:chExt cx="580292" cy="474784"/>
          </a:xfrm>
        </p:grpSpPr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04C5B4B6-0E45-7322-7508-A3E25F99B00C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F9633A2C-B667-5152-1981-5E634ABFE825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391055BF-2B82-EE46-41A7-ABE2D9326B8E}"/>
              </a:ext>
            </a:extLst>
          </p:cNvPr>
          <p:cNvGrpSpPr/>
          <p:nvPr/>
        </p:nvGrpSpPr>
        <p:grpSpPr>
          <a:xfrm>
            <a:off x="4932487" y="835270"/>
            <a:ext cx="580292" cy="474784"/>
            <a:chOff x="4765431" y="2215662"/>
            <a:chExt cx="580292" cy="474784"/>
          </a:xfrm>
        </p:grpSpPr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09876F29-F25A-2476-C9AE-7360CA4D1F40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0000"/>
                </a:solidFill>
              </a:endParaRPr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B1992B33-E877-D608-B638-86892D0DD846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9</a:t>
              </a:r>
              <a:endPara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2B2C69D5-5564-6FFD-F934-C5C66030B3D3}"/>
              </a:ext>
            </a:extLst>
          </p:cNvPr>
          <p:cNvGrpSpPr/>
          <p:nvPr/>
        </p:nvGrpSpPr>
        <p:grpSpPr>
          <a:xfrm>
            <a:off x="4932487" y="3209200"/>
            <a:ext cx="580292" cy="474784"/>
            <a:chOff x="4765431" y="2215662"/>
            <a:chExt cx="580292" cy="474784"/>
          </a:xfrm>
        </p:grpSpPr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D8AFE37A-27DF-3B9B-4FA2-BFFF7923BEE8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9F61A6FC-9503-B42A-29E8-539A7FADF1E7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7DC8E6C9-C9C7-9B5B-0AA2-497400B4AD09}"/>
              </a:ext>
            </a:extLst>
          </p:cNvPr>
          <p:cNvGrpSpPr/>
          <p:nvPr/>
        </p:nvGrpSpPr>
        <p:grpSpPr>
          <a:xfrm>
            <a:off x="4932487" y="2734404"/>
            <a:ext cx="580292" cy="474784"/>
            <a:chOff x="4765431" y="2215662"/>
            <a:chExt cx="580292" cy="474784"/>
          </a:xfrm>
        </p:grpSpPr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C024ACB7-D691-771E-CEBB-51DD39DEEF76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4DBB290D-8919-DAC0-AD31-626E26C3A44F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07BC69A7-A35E-5001-C6BC-DC245BE18FF2}"/>
              </a:ext>
            </a:extLst>
          </p:cNvPr>
          <p:cNvGrpSpPr/>
          <p:nvPr/>
        </p:nvGrpSpPr>
        <p:grpSpPr>
          <a:xfrm>
            <a:off x="4932487" y="2258534"/>
            <a:ext cx="580292" cy="474784"/>
            <a:chOff x="4765431" y="2215662"/>
            <a:chExt cx="580292" cy="474784"/>
          </a:xfrm>
        </p:grpSpPr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8E914E78-62D9-2367-C1D6-0A0CCA20A4CC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EAA35872-B972-B60B-5702-C0D10250B24C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2" name="箭头: 右 41">
            <a:extLst>
              <a:ext uri="{FF2B5EF4-FFF2-40B4-BE49-F238E27FC236}">
                <a16:creationId xmlns:a16="http://schemas.microsoft.com/office/drawing/2014/main" id="{732372FD-5027-40E8-80C5-09A08A653415}"/>
              </a:ext>
            </a:extLst>
          </p:cNvPr>
          <p:cNvSpPr/>
          <p:nvPr/>
        </p:nvSpPr>
        <p:spPr>
          <a:xfrm>
            <a:off x="3732334" y="4747844"/>
            <a:ext cx="905608" cy="219808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E3311119-B406-E1E4-3CF9-349EA3E66D04}"/>
              </a:ext>
            </a:extLst>
          </p:cNvPr>
          <p:cNvSpPr txBox="1"/>
          <p:nvPr/>
        </p:nvSpPr>
        <p:spPr>
          <a:xfrm>
            <a:off x="290274" y="993447"/>
            <a:ext cx="114646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第</a:t>
            </a:r>
            <a:r>
              <a:rPr lang="en-US" altLang="zh-CN" sz="3000" dirty="0"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轮</a:t>
            </a:r>
          </a:p>
        </p:txBody>
      </p:sp>
    </p:spTree>
    <p:extLst>
      <p:ext uri="{BB962C8B-B14F-4D97-AF65-F5344CB8AC3E}">
        <p14:creationId xmlns:p14="http://schemas.microsoft.com/office/powerpoint/2010/main" val="269159863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32AA53F-6691-417E-8BCC-043C26ECBB2B}"/>
              </a:ext>
            </a:extLst>
          </p:cNvPr>
          <p:cNvSpPr txBox="1"/>
          <p:nvPr/>
        </p:nvSpPr>
        <p:spPr>
          <a:xfrm>
            <a:off x="290146" y="254977"/>
            <a:ext cx="172354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冒泡排序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FA7DA52F-6AEC-612A-9515-1115D5EFBF2B}"/>
              </a:ext>
            </a:extLst>
          </p:cNvPr>
          <p:cNvGrpSpPr/>
          <p:nvPr/>
        </p:nvGrpSpPr>
        <p:grpSpPr>
          <a:xfrm>
            <a:off x="4932491" y="1784844"/>
            <a:ext cx="580292" cy="474784"/>
            <a:chOff x="4765431" y="2215662"/>
            <a:chExt cx="580292" cy="474784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DD25647B-4385-51E8-55F2-D95BC281032D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4286C3F0-B76D-E9AC-5D33-6C948828017A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  <a:endPara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72709046-C196-4B31-22BD-E9E1EB69BDD3}"/>
              </a:ext>
            </a:extLst>
          </p:cNvPr>
          <p:cNvGrpSpPr/>
          <p:nvPr/>
        </p:nvGrpSpPr>
        <p:grpSpPr>
          <a:xfrm>
            <a:off x="4932487" y="1310058"/>
            <a:ext cx="580292" cy="474784"/>
            <a:chOff x="4765431" y="2215662"/>
            <a:chExt cx="580292" cy="474784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26F78766-FC0F-4F71-DE8B-3DFB134BE704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EED2FB08-2AF7-9F80-F6C9-76ED61497C23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  <a:endPara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39ACED12-BEA6-2D5C-935A-7244640B3A69}"/>
              </a:ext>
            </a:extLst>
          </p:cNvPr>
          <p:cNvGrpSpPr/>
          <p:nvPr/>
        </p:nvGrpSpPr>
        <p:grpSpPr>
          <a:xfrm>
            <a:off x="4932492" y="3683980"/>
            <a:ext cx="580292" cy="474784"/>
            <a:chOff x="4765431" y="2215662"/>
            <a:chExt cx="580292" cy="474784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A43E0166-6454-EAEE-B2DB-CA91049E904F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3679F2AD-E106-8D79-398B-31CE55162B4B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32470D5E-68F9-BD5D-0D23-99D5184B2467}"/>
              </a:ext>
            </a:extLst>
          </p:cNvPr>
          <p:cNvGrpSpPr/>
          <p:nvPr/>
        </p:nvGrpSpPr>
        <p:grpSpPr>
          <a:xfrm>
            <a:off x="4932487" y="4158764"/>
            <a:ext cx="580292" cy="474784"/>
            <a:chOff x="4765431" y="2215662"/>
            <a:chExt cx="580292" cy="474784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53D46A49-5BD5-4FFF-E142-B238FF6A7F4D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62A0BCEF-4EDE-307A-DA16-14D8536B4701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2AEAF2E1-E05F-4BEA-D0BE-148B8054F9A9}"/>
              </a:ext>
            </a:extLst>
          </p:cNvPr>
          <p:cNvGrpSpPr/>
          <p:nvPr/>
        </p:nvGrpSpPr>
        <p:grpSpPr>
          <a:xfrm>
            <a:off x="4932487" y="4633540"/>
            <a:ext cx="580292" cy="474784"/>
            <a:chOff x="4765431" y="2215662"/>
            <a:chExt cx="580292" cy="474784"/>
          </a:xfrm>
        </p:grpSpPr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04C5B4B6-0E45-7322-7508-A3E25F99B00C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F9633A2C-B667-5152-1981-5E634ABFE825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391055BF-2B82-EE46-41A7-ABE2D9326B8E}"/>
              </a:ext>
            </a:extLst>
          </p:cNvPr>
          <p:cNvGrpSpPr/>
          <p:nvPr/>
        </p:nvGrpSpPr>
        <p:grpSpPr>
          <a:xfrm>
            <a:off x="4932487" y="835270"/>
            <a:ext cx="580292" cy="474784"/>
            <a:chOff x="4765431" y="2215662"/>
            <a:chExt cx="580292" cy="474784"/>
          </a:xfrm>
        </p:grpSpPr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09876F29-F25A-2476-C9AE-7360CA4D1F40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0000"/>
                </a:solidFill>
              </a:endParaRPr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B1992B33-E877-D608-B638-86892D0DD846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9</a:t>
              </a:r>
              <a:endPara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2B2C69D5-5564-6FFD-F934-C5C66030B3D3}"/>
              </a:ext>
            </a:extLst>
          </p:cNvPr>
          <p:cNvGrpSpPr/>
          <p:nvPr/>
        </p:nvGrpSpPr>
        <p:grpSpPr>
          <a:xfrm>
            <a:off x="4932487" y="3209200"/>
            <a:ext cx="580292" cy="474784"/>
            <a:chOff x="4765431" y="2215662"/>
            <a:chExt cx="580292" cy="474784"/>
          </a:xfrm>
        </p:grpSpPr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D8AFE37A-27DF-3B9B-4FA2-BFFF7923BEE8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9F61A6FC-9503-B42A-29E8-539A7FADF1E7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7DC8E6C9-C9C7-9B5B-0AA2-497400B4AD09}"/>
              </a:ext>
            </a:extLst>
          </p:cNvPr>
          <p:cNvGrpSpPr/>
          <p:nvPr/>
        </p:nvGrpSpPr>
        <p:grpSpPr>
          <a:xfrm>
            <a:off x="4932487" y="2734404"/>
            <a:ext cx="580292" cy="474784"/>
            <a:chOff x="4765431" y="2215662"/>
            <a:chExt cx="580292" cy="474784"/>
          </a:xfrm>
        </p:grpSpPr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C024ACB7-D691-771E-CEBB-51DD39DEEF76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4DBB290D-8919-DAC0-AD31-626E26C3A44F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07BC69A7-A35E-5001-C6BC-DC245BE18FF2}"/>
              </a:ext>
            </a:extLst>
          </p:cNvPr>
          <p:cNvGrpSpPr/>
          <p:nvPr/>
        </p:nvGrpSpPr>
        <p:grpSpPr>
          <a:xfrm>
            <a:off x="4932487" y="2258534"/>
            <a:ext cx="580292" cy="474784"/>
            <a:chOff x="4765431" y="2215662"/>
            <a:chExt cx="580292" cy="474784"/>
          </a:xfrm>
        </p:grpSpPr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8E914E78-62D9-2367-C1D6-0A0CCA20A4CC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EAA35872-B972-B60B-5702-C0D10250B24C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2" name="箭头: 右 41">
            <a:extLst>
              <a:ext uri="{FF2B5EF4-FFF2-40B4-BE49-F238E27FC236}">
                <a16:creationId xmlns:a16="http://schemas.microsoft.com/office/drawing/2014/main" id="{732372FD-5027-40E8-80C5-09A08A653415}"/>
              </a:ext>
            </a:extLst>
          </p:cNvPr>
          <p:cNvSpPr/>
          <p:nvPr/>
        </p:nvSpPr>
        <p:spPr>
          <a:xfrm>
            <a:off x="3732334" y="4299439"/>
            <a:ext cx="905608" cy="219808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E3311119-B406-E1E4-3CF9-349EA3E66D04}"/>
              </a:ext>
            </a:extLst>
          </p:cNvPr>
          <p:cNvSpPr txBox="1"/>
          <p:nvPr/>
        </p:nvSpPr>
        <p:spPr>
          <a:xfrm>
            <a:off x="290274" y="993447"/>
            <a:ext cx="114646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第</a:t>
            </a:r>
            <a:r>
              <a:rPr lang="en-US" altLang="zh-CN" sz="3000" dirty="0"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轮</a:t>
            </a:r>
          </a:p>
        </p:txBody>
      </p:sp>
    </p:spTree>
    <p:extLst>
      <p:ext uri="{BB962C8B-B14F-4D97-AF65-F5344CB8AC3E}">
        <p14:creationId xmlns:p14="http://schemas.microsoft.com/office/powerpoint/2010/main" val="374943579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32AA53F-6691-417E-8BCC-043C26ECBB2B}"/>
              </a:ext>
            </a:extLst>
          </p:cNvPr>
          <p:cNvSpPr txBox="1"/>
          <p:nvPr/>
        </p:nvSpPr>
        <p:spPr>
          <a:xfrm>
            <a:off x="290146" y="254977"/>
            <a:ext cx="172354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冒泡排序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FA7DA52F-6AEC-612A-9515-1115D5EFBF2B}"/>
              </a:ext>
            </a:extLst>
          </p:cNvPr>
          <p:cNvGrpSpPr/>
          <p:nvPr/>
        </p:nvGrpSpPr>
        <p:grpSpPr>
          <a:xfrm>
            <a:off x="4932491" y="1784844"/>
            <a:ext cx="580292" cy="474784"/>
            <a:chOff x="4765431" y="2215662"/>
            <a:chExt cx="580292" cy="474784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DD25647B-4385-51E8-55F2-D95BC281032D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4286C3F0-B76D-E9AC-5D33-6C948828017A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  <a:endPara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72709046-C196-4B31-22BD-E9E1EB69BDD3}"/>
              </a:ext>
            </a:extLst>
          </p:cNvPr>
          <p:cNvGrpSpPr/>
          <p:nvPr/>
        </p:nvGrpSpPr>
        <p:grpSpPr>
          <a:xfrm>
            <a:off x="4932487" y="1310058"/>
            <a:ext cx="580292" cy="474784"/>
            <a:chOff x="4765431" y="2215662"/>
            <a:chExt cx="580292" cy="474784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26F78766-FC0F-4F71-DE8B-3DFB134BE704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EED2FB08-2AF7-9F80-F6C9-76ED61497C23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  <a:endPara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39ACED12-BEA6-2D5C-935A-7244640B3A69}"/>
              </a:ext>
            </a:extLst>
          </p:cNvPr>
          <p:cNvGrpSpPr/>
          <p:nvPr/>
        </p:nvGrpSpPr>
        <p:grpSpPr>
          <a:xfrm>
            <a:off x="4932492" y="4158763"/>
            <a:ext cx="580292" cy="474784"/>
            <a:chOff x="4765431" y="2215662"/>
            <a:chExt cx="580292" cy="474784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A43E0166-6454-EAEE-B2DB-CA91049E904F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3679F2AD-E106-8D79-398B-31CE55162B4B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32470D5E-68F9-BD5D-0D23-99D5184B2467}"/>
              </a:ext>
            </a:extLst>
          </p:cNvPr>
          <p:cNvGrpSpPr/>
          <p:nvPr/>
        </p:nvGrpSpPr>
        <p:grpSpPr>
          <a:xfrm>
            <a:off x="4932487" y="3683979"/>
            <a:ext cx="580292" cy="474784"/>
            <a:chOff x="4765431" y="2215662"/>
            <a:chExt cx="580292" cy="474784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53D46A49-5BD5-4FFF-E142-B238FF6A7F4D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62A0BCEF-4EDE-307A-DA16-14D8536B4701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2AEAF2E1-E05F-4BEA-D0BE-148B8054F9A9}"/>
              </a:ext>
            </a:extLst>
          </p:cNvPr>
          <p:cNvGrpSpPr/>
          <p:nvPr/>
        </p:nvGrpSpPr>
        <p:grpSpPr>
          <a:xfrm>
            <a:off x="4932487" y="4633540"/>
            <a:ext cx="580292" cy="474784"/>
            <a:chOff x="4765431" y="2215662"/>
            <a:chExt cx="580292" cy="474784"/>
          </a:xfrm>
        </p:grpSpPr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04C5B4B6-0E45-7322-7508-A3E25F99B00C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F9633A2C-B667-5152-1981-5E634ABFE825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391055BF-2B82-EE46-41A7-ABE2D9326B8E}"/>
              </a:ext>
            </a:extLst>
          </p:cNvPr>
          <p:cNvGrpSpPr/>
          <p:nvPr/>
        </p:nvGrpSpPr>
        <p:grpSpPr>
          <a:xfrm>
            <a:off x="4932487" y="835270"/>
            <a:ext cx="580292" cy="474784"/>
            <a:chOff x="4765431" y="2215662"/>
            <a:chExt cx="580292" cy="474784"/>
          </a:xfrm>
        </p:grpSpPr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09876F29-F25A-2476-C9AE-7360CA4D1F40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0000"/>
                </a:solidFill>
              </a:endParaRPr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B1992B33-E877-D608-B638-86892D0DD846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9</a:t>
              </a:r>
              <a:endPara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2B2C69D5-5564-6FFD-F934-C5C66030B3D3}"/>
              </a:ext>
            </a:extLst>
          </p:cNvPr>
          <p:cNvGrpSpPr/>
          <p:nvPr/>
        </p:nvGrpSpPr>
        <p:grpSpPr>
          <a:xfrm>
            <a:off x="4932487" y="3209200"/>
            <a:ext cx="580292" cy="474784"/>
            <a:chOff x="4765431" y="2215662"/>
            <a:chExt cx="580292" cy="474784"/>
          </a:xfrm>
        </p:grpSpPr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D8AFE37A-27DF-3B9B-4FA2-BFFF7923BEE8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9F61A6FC-9503-B42A-29E8-539A7FADF1E7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7DC8E6C9-C9C7-9B5B-0AA2-497400B4AD09}"/>
              </a:ext>
            </a:extLst>
          </p:cNvPr>
          <p:cNvGrpSpPr/>
          <p:nvPr/>
        </p:nvGrpSpPr>
        <p:grpSpPr>
          <a:xfrm>
            <a:off x="4932487" y="2734404"/>
            <a:ext cx="580292" cy="474784"/>
            <a:chOff x="4765431" y="2215662"/>
            <a:chExt cx="580292" cy="474784"/>
          </a:xfrm>
        </p:grpSpPr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C024ACB7-D691-771E-CEBB-51DD39DEEF76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4DBB290D-8919-DAC0-AD31-626E26C3A44F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07BC69A7-A35E-5001-C6BC-DC245BE18FF2}"/>
              </a:ext>
            </a:extLst>
          </p:cNvPr>
          <p:cNvGrpSpPr/>
          <p:nvPr/>
        </p:nvGrpSpPr>
        <p:grpSpPr>
          <a:xfrm>
            <a:off x="4932487" y="2258534"/>
            <a:ext cx="580292" cy="474784"/>
            <a:chOff x="4765431" y="2215662"/>
            <a:chExt cx="580292" cy="474784"/>
          </a:xfrm>
        </p:grpSpPr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8E914E78-62D9-2367-C1D6-0A0CCA20A4CC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EAA35872-B972-B60B-5702-C0D10250B24C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2" name="箭头: 右 41">
            <a:extLst>
              <a:ext uri="{FF2B5EF4-FFF2-40B4-BE49-F238E27FC236}">
                <a16:creationId xmlns:a16="http://schemas.microsoft.com/office/drawing/2014/main" id="{732372FD-5027-40E8-80C5-09A08A653415}"/>
              </a:ext>
            </a:extLst>
          </p:cNvPr>
          <p:cNvSpPr/>
          <p:nvPr/>
        </p:nvSpPr>
        <p:spPr>
          <a:xfrm>
            <a:off x="3732334" y="3824654"/>
            <a:ext cx="905608" cy="219808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E3311119-B406-E1E4-3CF9-349EA3E66D04}"/>
              </a:ext>
            </a:extLst>
          </p:cNvPr>
          <p:cNvSpPr txBox="1"/>
          <p:nvPr/>
        </p:nvSpPr>
        <p:spPr>
          <a:xfrm>
            <a:off x="290274" y="993447"/>
            <a:ext cx="114646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第</a:t>
            </a:r>
            <a:r>
              <a:rPr lang="en-US" altLang="zh-CN" sz="3000" dirty="0"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轮</a:t>
            </a:r>
          </a:p>
        </p:txBody>
      </p:sp>
    </p:spTree>
    <p:extLst>
      <p:ext uri="{BB962C8B-B14F-4D97-AF65-F5344CB8AC3E}">
        <p14:creationId xmlns:p14="http://schemas.microsoft.com/office/powerpoint/2010/main" val="350891952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32AA53F-6691-417E-8BCC-043C26ECBB2B}"/>
              </a:ext>
            </a:extLst>
          </p:cNvPr>
          <p:cNvSpPr txBox="1"/>
          <p:nvPr/>
        </p:nvSpPr>
        <p:spPr>
          <a:xfrm>
            <a:off x="290146" y="254977"/>
            <a:ext cx="172354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冒泡排序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FA7DA52F-6AEC-612A-9515-1115D5EFBF2B}"/>
              </a:ext>
            </a:extLst>
          </p:cNvPr>
          <p:cNvGrpSpPr/>
          <p:nvPr/>
        </p:nvGrpSpPr>
        <p:grpSpPr>
          <a:xfrm>
            <a:off x="4932491" y="1784844"/>
            <a:ext cx="580292" cy="474784"/>
            <a:chOff x="4765431" y="2215662"/>
            <a:chExt cx="580292" cy="474784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DD25647B-4385-51E8-55F2-D95BC281032D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4286C3F0-B76D-E9AC-5D33-6C948828017A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  <a:endPara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72709046-C196-4B31-22BD-E9E1EB69BDD3}"/>
              </a:ext>
            </a:extLst>
          </p:cNvPr>
          <p:cNvGrpSpPr/>
          <p:nvPr/>
        </p:nvGrpSpPr>
        <p:grpSpPr>
          <a:xfrm>
            <a:off x="4932487" y="1310058"/>
            <a:ext cx="580292" cy="474784"/>
            <a:chOff x="4765431" y="2215662"/>
            <a:chExt cx="580292" cy="474784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26F78766-FC0F-4F71-DE8B-3DFB134BE704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EED2FB08-2AF7-9F80-F6C9-76ED61497C23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  <a:endPara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39ACED12-BEA6-2D5C-935A-7244640B3A69}"/>
              </a:ext>
            </a:extLst>
          </p:cNvPr>
          <p:cNvGrpSpPr/>
          <p:nvPr/>
        </p:nvGrpSpPr>
        <p:grpSpPr>
          <a:xfrm>
            <a:off x="4932492" y="4158763"/>
            <a:ext cx="580292" cy="474784"/>
            <a:chOff x="4765431" y="2215662"/>
            <a:chExt cx="580292" cy="474784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A43E0166-6454-EAEE-B2DB-CA91049E904F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3679F2AD-E106-8D79-398B-31CE55162B4B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32470D5E-68F9-BD5D-0D23-99D5184B2467}"/>
              </a:ext>
            </a:extLst>
          </p:cNvPr>
          <p:cNvGrpSpPr/>
          <p:nvPr/>
        </p:nvGrpSpPr>
        <p:grpSpPr>
          <a:xfrm>
            <a:off x="4932487" y="3683979"/>
            <a:ext cx="580292" cy="474784"/>
            <a:chOff x="4765431" y="2215662"/>
            <a:chExt cx="580292" cy="474784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53D46A49-5BD5-4FFF-E142-B238FF6A7F4D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62A0BCEF-4EDE-307A-DA16-14D8536B4701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2AEAF2E1-E05F-4BEA-D0BE-148B8054F9A9}"/>
              </a:ext>
            </a:extLst>
          </p:cNvPr>
          <p:cNvGrpSpPr/>
          <p:nvPr/>
        </p:nvGrpSpPr>
        <p:grpSpPr>
          <a:xfrm>
            <a:off x="4932487" y="4633540"/>
            <a:ext cx="580292" cy="474784"/>
            <a:chOff x="4765431" y="2215662"/>
            <a:chExt cx="580292" cy="474784"/>
          </a:xfrm>
        </p:grpSpPr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04C5B4B6-0E45-7322-7508-A3E25F99B00C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F9633A2C-B667-5152-1981-5E634ABFE825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391055BF-2B82-EE46-41A7-ABE2D9326B8E}"/>
              </a:ext>
            </a:extLst>
          </p:cNvPr>
          <p:cNvGrpSpPr/>
          <p:nvPr/>
        </p:nvGrpSpPr>
        <p:grpSpPr>
          <a:xfrm>
            <a:off x="4932487" y="835270"/>
            <a:ext cx="580292" cy="474784"/>
            <a:chOff x="4765431" y="2215662"/>
            <a:chExt cx="580292" cy="474784"/>
          </a:xfrm>
        </p:grpSpPr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09876F29-F25A-2476-C9AE-7360CA4D1F40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0000"/>
                </a:solidFill>
              </a:endParaRPr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B1992B33-E877-D608-B638-86892D0DD846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9</a:t>
              </a:r>
              <a:endPara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2B2C69D5-5564-6FFD-F934-C5C66030B3D3}"/>
              </a:ext>
            </a:extLst>
          </p:cNvPr>
          <p:cNvGrpSpPr/>
          <p:nvPr/>
        </p:nvGrpSpPr>
        <p:grpSpPr>
          <a:xfrm>
            <a:off x="4932487" y="3209200"/>
            <a:ext cx="580292" cy="474784"/>
            <a:chOff x="4765431" y="2215662"/>
            <a:chExt cx="580292" cy="474784"/>
          </a:xfrm>
        </p:grpSpPr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D8AFE37A-27DF-3B9B-4FA2-BFFF7923BEE8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9F61A6FC-9503-B42A-29E8-539A7FADF1E7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7DC8E6C9-C9C7-9B5B-0AA2-497400B4AD09}"/>
              </a:ext>
            </a:extLst>
          </p:cNvPr>
          <p:cNvGrpSpPr/>
          <p:nvPr/>
        </p:nvGrpSpPr>
        <p:grpSpPr>
          <a:xfrm>
            <a:off x="4932487" y="2734404"/>
            <a:ext cx="580292" cy="474784"/>
            <a:chOff x="4765431" y="2215662"/>
            <a:chExt cx="580292" cy="474784"/>
          </a:xfrm>
        </p:grpSpPr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C024ACB7-D691-771E-CEBB-51DD39DEEF76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4DBB290D-8919-DAC0-AD31-626E26C3A44F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07BC69A7-A35E-5001-C6BC-DC245BE18FF2}"/>
              </a:ext>
            </a:extLst>
          </p:cNvPr>
          <p:cNvGrpSpPr/>
          <p:nvPr/>
        </p:nvGrpSpPr>
        <p:grpSpPr>
          <a:xfrm>
            <a:off x="4932487" y="2258534"/>
            <a:ext cx="580292" cy="474784"/>
            <a:chOff x="4765431" y="2215662"/>
            <a:chExt cx="580292" cy="474784"/>
          </a:xfrm>
        </p:grpSpPr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8E914E78-62D9-2367-C1D6-0A0CCA20A4CC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EAA35872-B972-B60B-5702-C0D10250B24C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2" name="箭头: 右 41">
            <a:extLst>
              <a:ext uri="{FF2B5EF4-FFF2-40B4-BE49-F238E27FC236}">
                <a16:creationId xmlns:a16="http://schemas.microsoft.com/office/drawing/2014/main" id="{732372FD-5027-40E8-80C5-09A08A653415}"/>
              </a:ext>
            </a:extLst>
          </p:cNvPr>
          <p:cNvSpPr/>
          <p:nvPr/>
        </p:nvSpPr>
        <p:spPr>
          <a:xfrm>
            <a:off x="3732334" y="3349871"/>
            <a:ext cx="905608" cy="219808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E3311119-B406-E1E4-3CF9-349EA3E66D04}"/>
              </a:ext>
            </a:extLst>
          </p:cNvPr>
          <p:cNvSpPr txBox="1"/>
          <p:nvPr/>
        </p:nvSpPr>
        <p:spPr>
          <a:xfrm>
            <a:off x="290274" y="993447"/>
            <a:ext cx="114646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第</a:t>
            </a:r>
            <a:r>
              <a:rPr lang="en-US" altLang="zh-CN" sz="3000" dirty="0"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轮</a:t>
            </a:r>
          </a:p>
        </p:txBody>
      </p:sp>
    </p:spTree>
    <p:extLst>
      <p:ext uri="{BB962C8B-B14F-4D97-AF65-F5344CB8AC3E}">
        <p14:creationId xmlns:p14="http://schemas.microsoft.com/office/powerpoint/2010/main" val="257788196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32AA53F-6691-417E-8BCC-043C26ECBB2B}"/>
              </a:ext>
            </a:extLst>
          </p:cNvPr>
          <p:cNvSpPr txBox="1"/>
          <p:nvPr/>
        </p:nvSpPr>
        <p:spPr>
          <a:xfrm>
            <a:off x="290146" y="254977"/>
            <a:ext cx="172354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冒泡排序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FA7DA52F-6AEC-612A-9515-1115D5EFBF2B}"/>
              </a:ext>
            </a:extLst>
          </p:cNvPr>
          <p:cNvGrpSpPr/>
          <p:nvPr/>
        </p:nvGrpSpPr>
        <p:grpSpPr>
          <a:xfrm>
            <a:off x="4932491" y="1784844"/>
            <a:ext cx="580292" cy="474784"/>
            <a:chOff x="4765431" y="2215662"/>
            <a:chExt cx="580292" cy="474784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DD25647B-4385-51E8-55F2-D95BC281032D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4286C3F0-B76D-E9AC-5D33-6C948828017A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  <a:endPara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72709046-C196-4B31-22BD-E9E1EB69BDD3}"/>
              </a:ext>
            </a:extLst>
          </p:cNvPr>
          <p:cNvGrpSpPr/>
          <p:nvPr/>
        </p:nvGrpSpPr>
        <p:grpSpPr>
          <a:xfrm>
            <a:off x="4932487" y="1310058"/>
            <a:ext cx="580292" cy="474784"/>
            <a:chOff x="4765431" y="2215662"/>
            <a:chExt cx="580292" cy="474784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26F78766-FC0F-4F71-DE8B-3DFB134BE704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EED2FB08-2AF7-9F80-F6C9-76ED61497C23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  <a:endPara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39ACED12-BEA6-2D5C-935A-7244640B3A69}"/>
              </a:ext>
            </a:extLst>
          </p:cNvPr>
          <p:cNvGrpSpPr/>
          <p:nvPr/>
        </p:nvGrpSpPr>
        <p:grpSpPr>
          <a:xfrm>
            <a:off x="4932492" y="4158763"/>
            <a:ext cx="580292" cy="474784"/>
            <a:chOff x="4765431" y="2215662"/>
            <a:chExt cx="580292" cy="474784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A43E0166-6454-EAEE-B2DB-CA91049E904F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3679F2AD-E106-8D79-398B-31CE55162B4B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32470D5E-68F9-BD5D-0D23-99D5184B2467}"/>
              </a:ext>
            </a:extLst>
          </p:cNvPr>
          <p:cNvGrpSpPr/>
          <p:nvPr/>
        </p:nvGrpSpPr>
        <p:grpSpPr>
          <a:xfrm>
            <a:off x="4932487" y="3683979"/>
            <a:ext cx="580292" cy="474784"/>
            <a:chOff x="4765431" y="2215662"/>
            <a:chExt cx="580292" cy="474784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53D46A49-5BD5-4FFF-E142-B238FF6A7F4D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62A0BCEF-4EDE-307A-DA16-14D8536B4701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2AEAF2E1-E05F-4BEA-D0BE-148B8054F9A9}"/>
              </a:ext>
            </a:extLst>
          </p:cNvPr>
          <p:cNvGrpSpPr/>
          <p:nvPr/>
        </p:nvGrpSpPr>
        <p:grpSpPr>
          <a:xfrm>
            <a:off x="4932487" y="4633540"/>
            <a:ext cx="580292" cy="474784"/>
            <a:chOff x="4765431" y="2215662"/>
            <a:chExt cx="580292" cy="474784"/>
          </a:xfrm>
        </p:grpSpPr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04C5B4B6-0E45-7322-7508-A3E25F99B00C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F9633A2C-B667-5152-1981-5E634ABFE825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391055BF-2B82-EE46-41A7-ABE2D9326B8E}"/>
              </a:ext>
            </a:extLst>
          </p:cNvPr>
          <p:cNvGrpSpPr/>
          <p:nvPr/>
        </p:nvGrpSpPr>
        <p:grpSpPr>
          <a:xfrm>
            <a:off x="4932487" y="835270"/>
            <a:ext cx="580292" cy="474784"/>
            <a:chOff x="4765431" y="2215662"/>
            <a:chExt cx="580292" cy="474784"/>
          </a:xfrm>
        </p:grpSpPr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09876F29-F25A-2476-C9AE-7360CA4D1F40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0000"/>
                </a:solidFill>
              </a:endParaRPr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B1992B33-E877-D608-B638-86892D0DD846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9</a:t>
              </a:r>
              <a:endPara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2B2C69D5-5564-6FFD-F934-C5C66030B3D3}"/>
              </a:ext>
            </a:extLst>
          </p:cNvPr>
          <p:cNvGrpSpPr/>
          <p:nvPr/>
        </p:nvGrpSpPr>
        <p:grpSpPr>
          <a:xfrm>
            <a:off x="4932487" y="3209200"/>
            <a:ext cx="580292" cy="474784"/>
            <a:chOff x="4765431" y="2215662"/>
            <a:chExt cx="580292" cy="474784"/>
          </a:xfrm>
        </p:grpSpPr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D8AFE37A-27DF-3B9B-4FA2-BFFF7923BEE8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9F61A6FC-9503-B42A-29E8-539A7FADF1E7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7DC8E6C9-C9C7-9B5B-0AA2-497400B4AD09}"/>
              </a:ext>
            </a:extLst>
          </p:cNvPr>
          <p:cNvGrpSpPr/>
          <p:nvPr/>
        </p:nvGrpSpPr>
        <p:grpSpPr>
          <a:xfrm>
            <a:off x="4932487" y="2734404"/>
            <a:ext cx="580292" cy="474784"/>
            <a:chOff x="4765431" y="2215662"/>
            <a:chExt cx="580292" cy="474784"/>
          </a:xfrm>
        </p:grpSpPr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C024ACB7-D691-771E-CEBB-51DD39DEEF76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4DBB290D-8919-DAC0-AD31-626E26C3A44F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07BC69A7-A35E-5001-C6BC-DC245BE18FF2}"/>
              </a:ext>
            </a:extLst>
          </p:cNvPr>
          <p:cNvGrpSpPr/>
          <p:nvPr/>
        </p:nvGrpSpPr>
        <p:grpSpPr>
          <a:xfrm>
            <a:off x="4932487" y="2258534"/>
            <a:ext cx="580292" cy="474784"/>
            <a:chOff x="4765431" y="2215662"/>
            <a:chExt cx="580292" cy="474784"/>
          </a:xfrm>
        </p:grpSpPr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8E914E78-62D9-2367-C1D6-0A0CCA20A4CC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EAA35872-B972-B60B-5702-C0D10250B24C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2" name="箭头: 右 41">
            <a:extLst>
              <a:ext uri="{FF2B5EF4-FFF2-40B4-BE49-F238E27FC236}">
                <a16:creationId xmlns:a16="http://schemas.microsoft.com/office/drawing/2014/main" id="{732372FD-5027-40E8-80C5-09A08A653415}"/>
              </a:ext>
            </a:extLst>
          </p:cNvPr>
          <p:cNvSpPr/>
          <p:nvPr/>
        </p:nvSpPr>
        <p:spPr>
          <a:xfrm>
            <a:off x="3732334" y="2866295"/>
            <a:ext cx="905608" cy="219808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E3311119-B406-E1E4-3CF9-349EA3E66D04}"/>
              </a:ext>
            </a:extLst>
          </p:cNvPr>
          <p:cNvSpPr txBox="1"/>
          <p:nvPr/>
        </p:nvSpPr>
        <p:spPr>
          <a:xfrm>
            <a:off x="290274" y="993447"/>
            <a:ext cx="114646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第</a:t>
            </a:r>
            <a:r>
              <a:rPr lang="en-US" altLang="zh-CN" sz="3000" dirty="0"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轮</a:t>
            </a:r>
          </a:p>
        </p:txBody>
      </p:sp>
    </p:spTree>
    <p:extLst>
      <p:ext uri="{BB962C8B-B14F-4D97-AF65-F5344CB8AC3E}">
        <p14:creationId xmlns:p14="http://schemas.microsoft.com/office/powerpoint/2010/main" val="216645461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32AA53F-6691-417E-8BCC-043C26ECBB2B}"/>
              </a:ext>
            </a:extLst>
          </p:cNvPr>
          <p:cNvSpPr txBox="1"/>
          <p:nvPr/>
        </p:nvSpPr>
        <p:spPr>
          <a:xfrm>
            <a:off x="290146" y="254977"/>
            <a:ext cx="172354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冒泡排序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FA7DA52F-6AEC-612A-9515-1115D5EFBF2B}"/>
              </a:ext>
            </a:extLst>
          </p:cNvPr>
          <p:cNvGrpSpPr/>
          <p:nvPr/>
        </p:nvGrpSpPr>
        <p:grpSpPr>
          <a:xfrm>
            <a:off x="4932491" y="1784844"/>
            <a:ext cx="580292" cy="474784"/>
            <a:chOff x="4765431" y="2215662"/>
            <a:chExt cx="580292" cy="474784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DD25647B-4385-51E8-55F2-D95BC281032D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4286C3F0-B76D-E9AC-5D33-6C948828017A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  <a:endPara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72709046-C196-4B31-22BD-E9E1EB69BDD3}"/>
              </a:ext>
            </a:extLst>
          </p:cNvPr>
          <p:cNvGrpSpPr/>
          <p:nvPr/>
        </p:nvGrpSpPr>
        <p:grpSpPr>
          <a:xfrm>
            <a:off x="4932487" y="1310058"/>
            <a:ext cx="580292" cy="474784"/>
            <a:chOff x="4765431" y="2215662"/>
            <a:chExt cx="580292" cy="474784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26F78766-FC0F-4F71-DE8B-3DFB134BE704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EED2FB08-2AF7-9F80-F6C9-76ED61497C23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  <a:endPara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39ACED12-BEA6-2D5C-935A-7244640B3A69}"/>
              </a:ext>
            </a:extLst>
          </p:cNvPr>
          <p:cNvGrpSpPr/>
          <p:nvPr/>
        </p:nvGrpSpPr>
        <p:grpSpPr>
          <a:xfrm>
            <a:off x="4932492" y="4158763"/>
            <a:ext cx="580292" cy="474784"/>
            <a:chOff x="4765431" y="2215662"/>
            <a:chExt cx="580292" cy="474784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A43E0166-6454-EAEE-B2DB-CA91049E904F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3679F2AD-E106-8D79-398B-31CE55162B4B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32470D5E-68F9-BD5D-0D23-99D5184B2467}"/>
              </a:ext>
            </a:extLst>
          </p:cNvPr>
          <p:cNvGrpSpPr/>
          <p:nvPr/>
        </p:nvGrpSpPr>
        <p:grpSpPr>
          <a:xfrm>
            <a:off x="4932487" y="3683979"/>
            <a:ext cx="580292" cy="474784"/>
            <a:chOff x="4765431" y="2215662"/>
            <a:chExt cx="580292" cy="474784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53D46A49-5BD5-4FFF-E142-B238FF6A7F4D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62A0BCEF-4EDE-307A-DA16-14D8536B4701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2AEAF2E1-E05F-4BEA-D0BE-148B8054F9A9}"/>
              </a:ext>
            </a:extLst>
          </p:cNvPr>
          <p:cNvGrpSpPr/>
          <p:nvPr/>
        </p:nvGrpSpPr>
        <p:grpSpPr>
          <a:xfrm>
            <a:off x="4932487" y="4633540"/>
            <a:ext cx="580292" cy="474784"/>
            <a:chOff x="4765431" y="2215662"/>
            <a:chExt cx="580292" cy="474784"/>
          </a:xfrm>
        </p:grpSpPr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04C5B4B6-0E45-7322-7508-A3E25F99B00C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F9633A2C-B667-5152-1981-5E634ABFE825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391055BF-2B82-EE46-41A7-ABE2D9326B8E}"/>
              </a:ext>
            </a:extLst>
          </p:cNvPr>
          <p:cNvGrpSpPr/>
          <p:nvPr/>
        </p:nvGrpSpPr>
        <p:grpSpPr>
          <a:xfrm>
            <a:off x="4932487" y="835270"/>
            <a:ext cx="580292" cy="474784"/>
            <a:chOff x="4765431" y="2215662"/>
            <a:chExt cx="580292" cy="474784"/>
          </a:xfrm>
        </p:grpSpPr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09876F29-F25A-2476-C9AE-7360CA4D1F40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0000"/>
                </a:solidFill>
              </a:endParaRPr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B1992B33-E877-D608-B638-86892D0DD846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9</a:t>
              </a:r>
              <a:endPara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2B2C69D5-5564-6FFD-F934-C5C66030B3D3}"/>
              </a:ext>
            </a:extLst>
          </p:cNvPr>
          <p:cNvGrpSpPr/>
          <p:nvPr/>
        </p:nvGrpSpPr>
        <p:grpSpPr>
          <a:xfrm>
            <a:off x="4932487" y="3209200"/>
            <a:ext cx="580292" cy="474784"/>
            <a:chOff x="4765431" y="2215662"/>
            <a:chExt cx="580292" cy="474784"/>
          </a:xfrm>
        </p:grpSpPr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D8AFE37A-27DF-3B9B-4FA2-BFFF7923BEE8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9F61A6FC-9503-B42A-29E8-539A7FADF1E7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7DC8E6C9-C9C7-9B5B-0AA2-497400B4AD09}"/>
              </a:ext>
            </a:extLst>
          </p:cNvPr>
          <p:cNvGrpSpPr/>
          <p:nvPr/>
        </p:nvGrpSpPr>
        <p:grpSpPr>
          <a:xfrm>
            <a:off x="4932487" y="2259617"/>
            <a:ext cx="580292" cy="474784"/>
            <a:chOff x="4765431" y="2215662"/>
            <a:chExt cx="580292" cy="474784"/>
          </a:xfrm>
        </p:grpSpPr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C024ACB7-D691-771E-CEBB-51DD39DEEF76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4DBB290D-8919-DAC0-AD31-626E26C3A44F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  <a:endPara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07BC69A7-A35E-5001-C6BC-DC245BE18FF2}"/>
              </a:ext>
            </a:extLst>
          </p:cNvPr>
          <p:cNvGrpSpPr/>
          <p:nvPr/>
        </p:nvGrpSpPr>
        <p:grpSpPr>
          <a:xfrm>
            <a:off x="4932483" y="2733319"/>
            <a:ext cx="580292" cy="474784"/>
            <a:chOff x="4765431" y="2215662"/>
            <a:chExt cx="580292" cy="474784"/>
          </a:xfrm>
        </p:grpSpPr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8E914E78-62D9-2367-C1D6-0A0CCA20A4CC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EAA35872-B972-B60B-5702-C0D10250B24C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2" name="箭头: 右 41">
            <a:extLst>
              <a:ext uri="{FF2B5EF4-FFF2-40B4-BE49-F238E27FC236}">
                <a16:creationId xmlns:a16="http://schemas.microsoft.com/office/drawing/2014/main" id="{732372FD-5027-40E8-80C5-09A08A653415}"/>
              </a:ext>
            </a:extLst>
          </p:cNvPr>
          <p:cNvSpPr/>
          <p:nvPr/>
        </p:nvSpPr>
        <p:spPr>
          <a:xfrm>
            <a:off x="3732334" y="2391508"/>
            <a:ext cx="905608" cy="219808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E3311119-B406-E1E4-3CF9-349EA3E66D04}"/>
              </a:ext>
            </a:extLst>
          </p:cNvPr>
          <p:cNvSpPr txBox="1"/>
          <p:nvPr/>
        </p:nvSpPr>
        <p:spPr>
          <a:xfrm>
            <a:off x="290274" y="993447"/>
            <a:ext cx="114646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第</a:t>
            </a:r>
            <a:r>
              <a:rPr lang="en-US" altLang="zh-CN" sz="3000" dirty="0"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轮</a:t>
            </a:r>
          </a:p>
        </p:txBody>
      </p:sp>
    </p:spTree>
    <p:extLst>
      <p:ext uri="{BB962C8B-B14F-4D97-AF65-F5344CB8AC3E}">
        <p14:creationId xmlns:p14="http://schemas.microsoft.com/office/powerpoint/2010/main" val="60614039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32AA53F-6691-417E-8BCC-043C26ECBB2B}"/>
              </a:ext>
            </a:extLst>
          </p:cNvPr>
          <p:cNvSpPr txBox="1"/>
          <p:nvPr/>
        </p:nvSpPr>
        <p:spPr>
          <a:xfrm>
            <a:off x="290146" y="254977"/>
            <a:ext cx="172354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冒泡排序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FA7DA52F-6AEC-612A-9515-1115D5EFBF2B}"/>
              </a:ext>
            </a:extLst>
          </p:cNvPr>
          <p:cNvGrpSpPr/>
          <p:nvPr/>
        </p:nvGrpSpPr>
        <p:grpSpPr>
          <a:xfrm>
            <a:off x="4932491" y="1784844"/>
            <a:ext cx="580292" cy="474784"/>
            <a:chOff x="4765431" y="2215662"/>
            <a:chExt cx="580292" cy="474784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DD25647B-4385-51E8-55F2-D95BC281032D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4286C3F0-B76D-E9AC-5D33-6C948828017A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  <a:endPara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72709046-C196-4B31-22BD-E9E1EB69BDD3}"/>
              </a:ext>
            </a:extLst>
          </p:cNvPr>
          <p:cNvGrpSpPr/>
          <p:nvPr/>
        </p:nvGrpSpPr>
        <p:grpSpPr>
          <a:xfrm>
            <a:off x="4932487" y="1310058"/>
            <a:ext cx="580292" cy="474784"/>
            <a:chOff x="4765431" y="2215662"/>
            <a:chExt cx="580292" cy="474784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26F78766-FC0F-4F71-DE8B-3DFB134BE704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EED2FB08-2AF7-9F80-F6C9-76ED61497C23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  <a:endPara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39ACED12-BEA6-2D5C-935A-7244640B3A69}"/>
              </a:ext>
            </a:extLst>
          </p:cNvPr>
          <p:cNvGrpSpPr/>
          <p:nvPr/>
        </p:nvGrpSpPr>
        <p:grpSpPr>
          <a:xfrm>
            <a:off x="4932492" y="4158763"/>
            <a:ext cx="580292" cy="474784"/>
            <a:chOff x="4765431" y="2215662"/>
            <a:chExt cx="580292" cy="474784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A43E0166-6454-EAEE-B2DB-CA91049E904F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3679F2AD-E106-8D79-398B-31CE55162B4B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32470D5E-68F9-BD5D-0D23-99D5184B2467}"/>
              </a:ext>
            </a:extLst>
          </p:cNvPr>
          <p:cNvGrpSpPr/>
          <p:nvPr/>
        </p:nvGrpSpPr>
        <p:grpSpPr>
          <a:xfrm>
            <a:off x="4932487" y="3683979"/>
            <a:ext cx="580292" cy="474784"/>
            <a:chOff x="4765431" y="2215662"/>
            <a:chExt cx="580292" cy="474784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53D46A49-5BD5-4FFF-E142-B238FF6A7F4D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62A0BCEF-4EDE-307A-DA16-14D8536B4701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2AEAF2E1-E05F-4BEA-D0BE-148B8054F9A9}"/>
              </a:ext>
            </a:extLst>
          </p:cNvPr>
          <p:cNvGrpSpPr/>
          <p:nvPr/>
        </p:nvGrpSpPr>
        <p:grpSpPr>
          <a:xfrm>
            <a:off x="4932487" y="4633540"/>
            <a:ext cx="580292" cy="474784"/>
            <a:chOff x="4765431" y="2215662"/>
            <a:chExt cx="580292" cy="474784"/>
          </a:xfrm>
        </p:grpSpPr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04C5B4B6-0E45-7322-7508-A3E25F99B00C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F9633A2C-B667-5152-1981-5E634ABFE825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391055BF-2B82-EE46-41A7-ABE2D9326B8E}"/>
              </a:ext>
            </a:extLst>
          </p:cNvPr>
          <p:cNvGrpSpPr/>
          <p:nvPr/>
        </p:nvGrpSpPr>
        <p:grpSpPr>
          <a:xfrm>
            <a:off x="4932487" y="835270"/>
            <a:ext cx="580292" cy="474784"/>
            <a:chOff x="4765431" y="2215662"/>
            <a:chExt cx="580292" cy="474784"/>
          </a:xfrm>
        </p:grpSpPr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09876F29-F25A-2476-C9AE-7360CA4D1F40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0000"/>
                </a:solidFill>
              </a:endParaRPr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B1992B33-E877-D608-B638-86892D0DD846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9</a:t>
              </a:r>
              <a:endPara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2B2C69D5-5564-6FFD-F934-C5C66030B3D3}"/>
              </a:ext>
            </a:extLst>
          </p:cNvPr>
          <p:cNvGrpSpPr/>
          <p:nvPr/>
        </p:nvGrpSpPr>
        <p:grpSpPr>
          <a:xfrm>
            <a:off x="4932487" y="3209200"/>
            <a:ext cx="580292" cy="474784"/>
            <a:chOff x="4765431" y="2215662"/>
            <a:chExt cx="580292" cy="474784"/>
          </a:xfrm>
        </p:grpSpPr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D8AFE37A-27DF-3B9B-4FA2-BFFF7923BEE8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9F61A6FC-9503-B42A-29E8-539A7FADF1E7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7DC8E6C9-C9C7-9B5B-0AA2-497400B4AD09}"/>
              </a:ext>
            </a:extLst>
          </p:cNvPr>
          <p:cNvGrpSpPr/>
          <p:nvPr/>
        </p:nvGrpSpPr>
        <p:grpSpPr>
          <a:xfrm>
            <a:off x="4932487" y="2259617"/>
            <a:ext cx="580292" cy="474784"/>
            <a:chOff x="4765431" y="2215662"/>
            <a:chExt cx="580292" cy="474784"/>
          </a:xfrm>
        </p:grpSpPr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C024ACB7-D691-771E-CEBB-51DD39DEEF76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4DBB290D-8919-DAC0-AD31-626E26C3A44F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  <a:endPara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07BC69A7-A35E-5001-C6BC-DC245BE18FF2}"/>
              </a:ext>
            </a:extLst>
          </p:cNvPr>
          <p:cNvGrpSpPr/>
          <p:nvPr/>
        </p:nvGrpSpPr>
        <p:grpSpPr>
          <a:xfrm>
            <a:off x="4932483" y="2733319"/>
            <a:ext cx="580292" cy="474784"/>
            <a:chOff x="4765431" y="2215662"/>
            <a:chExt cx="580292" cy="474784"/>
          </a:xfrm>
        </p:grpSpPr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8E914E78-62D9-2367-C1D6-0A0CCA20A4CC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EAA35872-B972-B60B-5702-C0D10250B24C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2" name="箭头: 右 41">
            <a:extLst>
              <a:ext uri="{FF2B5EF4-FFF2-40B4-BE49-F238E27FC236}">
                <a16:creationId xmlns:a16="http://schemas.microsoft.com/office/drawing/2014/main" id="{732372FD-5027-40E8-80C5-09A08A653415}"/>
              </a:ext>
            </a:extLst>
          </p:cNvPr>
          <p:cNvSpPr/>
          <p:nvPr/>
        </p:nvSpPr>
        <p:spPr>
          <a:xfrm>
            <a:off x="3732334" y="4739054"/>
            <a:ext cx="905608" cy="219808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E3311119-B406-E1E4-3CF9-349EA3E66D04}"/>
              </a:ext>
            </a:extLst>
          </p:cNvPr>
          <p:cNvSpPr txBox="1"/>
          <p:nvPr/>
        </p:nvSpPr>
        <p:spPr>
          <a:xfrm>
            <a:off x="290274" y="993447"/>
            <a:ext cx="114646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第</a:t>
            </a:r>
            <a:r>
              <a:rPr lang="en-US" altLang="zh-CN" sz="3000" dirty="0"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轮</a:t>
            </a:r>
          </a:p>
        </p:txBody>
      </p:sp>
    </p:spTree>
    <p:extLst>
      <p:ext uri="{BB962C8B-B14F-4D97-AF65-F5344CB8AC3E}">
        <p14:creationId xmlns:p14="http://schemas.microsoft.com/office/powerpoint/2010/main" val="167857742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32AA53F-6691-417E-8BCC-043C26ECBB2B}"/>
              </a:ext>
            </a:extLst>
          </p:cNvPr>
          <p:cNvSpPr txBox="1"/>
          <p:nvPr/>
        </p:nvSpPr>
        <p:spPr>
          <a:xfrm>
            <a:off x="290146" y="254977"/>
            <a:ext cx="172354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冒泡排序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FA7DA52F-6AEC-612A-9515-1115D5EFBF2B}"/>
              </a:ext>
            </a:extLst>
          </p:cNvPr>
          <p:cNvGrpSpPr/>
          <p:nvPr/>
        </p:nvGrpSpPr>
        <p:grpSpPr>
          <a:xfrm>
            <a:off x="4932491" y="1784844"/>
            <a:ext cx="580292" cy="474784"/>
            <a:chOff x="4765431" y="2215662"/>
            <a:chExt cx="580292" cy="474784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DD25647B-4385-51E8-55F2-D95BC281032D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4286C3F0-B76D-E9AC-5D33-6C948828017A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  <a:endPara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72709046-C196-4B31-22BD-E9E1EB69BDD3}"/>
              </a:ext>
            </a:extLst>
          </p:cNvPr>
          <p:cNvGrpSpPr/>
          <p:nvPr/>
        </p:nvGrpSpPr>
        <p:grpSpPr>
          <a:xfrm>
            <a:off x="4932487" y="1310058"/>
            <a:ext cx="580292" cy="474784"/>
            <a:chOff x="4765431" y="2215662"/>
            <a:chExt cx="580292" cy="474784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26F78766-FC0F-4F71-DE8B-3DFB134BE704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EED2FB08-2AF7-9F80-F6C9-76ED61497C23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  <a:endPara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39ACED12-BEA6-2D5C-935A-7244640B3A69}"/>
              </a:ext>
            </a:extLst>
          </p:cNvPr>
          <p:cNvGrpSpPr/>
          <p:nvPr/>
        </p:nvGrpSpPr>
        <p:grpSpPr>
          <a:xfrm>
            <a:off x="4932494" y="4633544"/>
            <a:ext cx="580292" cy="474784"/>
            <a:chOff x="4765431" y="2215662"/>
            <a:chExt cx="580292" cy="474784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A43E0166-6454-EAEE-B2DB-CA91049E904F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3679F2AD-E106-8D79-398B-31CE55162B4B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32470D5E-68F9-BD5D-0D23-99D5184B2467}"/>
              </a:ext>
            </a:extLst>
          </p:cNvPr>
          <p:cNvGrpSpPr/>
          <p:nvPr/>
        </p:nvGrpSpPr>
        <p:grpSpPr>
          <a:xfrm>
            <a:off x="4932487" y="3683979"/>
            <a:ext cx="580292" cy="474784"/>
            <a:chOff x="4765431" y="2215662"/>
            <a:chExt cx="580292" cy="474784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53D46A49-5BD5-4FFF-E142-B238FF6A7F4D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62A0BCEF-4EDE-307A-DA16-14D8536B4701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2AEAF2E1-E05F-4BEA-D0BE-148B8054F9A9}"/>
              </a:ext>
            </a:extLst>
          </p:cNvPr>
          <p:cNvGrpSpPr/>
          <p:nvPr/>
        </p:nvGrpSpPr>
        <p:grpSpPr>
          <a:xfrm>
            <a:off x="4932487" y="4158755"/>
            <a:ext cx="580292" cy="474784"/>
            <a:chOff x="4765431" y="2215662"/>
            <a:chExt cx="580292" cy="474784"/>
          </a:xfrm>
        </p:grpSpPr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04C5B4B6-0E45-7322-7508-A3E25F99B00C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F9633A2C-B667-5152-1981-5E634ABFE825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391055BF-2B82-EE46-41A7-ABE2D9326B8E}"/>
              </a:ext>
            </a:extLst>
          </p:cNvPr>
          <p:cNvGrpSpPr/>
          <p:nvPr/>
        </p:nvGrpSpPr>
        <p:grpSpPr>
          <a:xfrm>
            <a:off x="4932487" y="835270"/>
            <a:ext cx="580292" cy="474784"/>
            <a:chOff x="4765431" y="2215662"/>
            <a:chExt cx="580292" cy="474784"/>
          </a:xfrm>
        </p:grpSpPr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09876F29-F25A-2476-C9AE-7360CA4D1F40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0000"/>
                </a:solidFill>
              </a:endParaRPr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B1992B33-E877-D608-B638-86892D0DD846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9</a:t>
              </a:r>
              <a:endPara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2B2C69D5-5564-6FFD-F934-C5C66030B3D3}"/>
              </a:ext>
            </a:extLst>
          </p:cNvPr>
          <p:cNvGrpSpPr/>
          <p:nvPr/>
        </p:nvGrpSpPr>
        <p:grpSpPr>
          <a:xfrm>
            <a:off x="4932487" y="3209200"/>
            <a:ext cx="580292" cy="474784"/>
            <a:chOff x="4765431" y="2215662"/>
            <a:chExt cx="580292" cy="474784"/>
          </a:xfrm>
        </p:grpSpPr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D8AFE37A-27DF-3B9B-4FA2-BFFF7923BEE8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9F61A6FC-9503-B42A-29E8-539A7FADF1E7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7DC8E6C9-C9C7-9B5B-0AA2-497400B4AD09}"/>
              </a:ext>
            </a:extLst>
          </p:cNvPr>
          <p:cNvGrpSpPr/>
          <p:nvPr/>
        </p:nvGrpSpPr>
        <p:grpSpPr>
          <a:xfrm>
            <a:off x="4932487" y="2259617"/>
            <a:ext cx="580292" cy="474784"/>
            <a:chOff x="4765431" y="2215662"/>
            <a:chExt cx="580292" cy="474784"/>
          </a:xfrm>
        </p:grpSpPr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C024ACB7-D691-771E-CEBB-51DD39DEEF76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4DBB290D-8919-DAC0-AD31-626E26C3A44F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  <a:endPara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07BC69A7-A35E-5001-C6BC-DC245BE18FF2}"/>
              </a:ext>
            </a:extLst>
          </p:cNvPr>
          <p:cNvGrpSpPr/>
          <p:nvPr/>
        </p:nvGrpSpPr>
        <p:grpSpPr>
          <a:xfrm>
            <a:off x="4932483" y="2733319"/>
            <a:ext cx="580292" cy="474784"/>
            <a:chOff x="4765431" y="2215662"/>
            <a:chExt cx="580292" cy="474784"/>
          </a:xfrm>
        </p:grpSpPr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8E914E78-62D9-2367-C1D6-0A0CCA20A4CC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EAA35872-B972-B60B-5702-C0D10250B24C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2" name="箭头: 右 41">
            <a:extLst>
              <a:ext uri="{FF2B5EF4-FFF2-40B4-BE49-F238E27FC236}">
                <a16:creationId xmlns:a16="http://schemas.microsoft.com/office/drawing/2014/main" id="{732372FD-5027-40E8-80C5-09A08A653415}"/>
              </a:ext>
            </a:extLst>
          </p:cNvPr>
          <p:cNvSpPr/>
          <p:nvPr/>
        </p:nvSpPr>
        <p:spPr>
          <a:xfrm>
            <a:off x="3732334" y="4264269"/>
            <a:ext cx="905608" cy="219808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E3311119-B406-E1E4-3CF9-349EA3E66D04}"/>
              </a:ext>
            </a:extLst>
          </p:cNvPr>
          <p:cNvSpPr txBox="1"/>
          <p:nvPr/>
        </p:nvSpPr>
        <p:spPr>
          <a:xfrm>
            <a:off x="290274" y="993447"/>
            <a:ext cx="114646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第</a:t>
            </a:r>
            <a:r>
              <a:rPr lang="en-US" altLang="zh-CN" sz="3000" dirty="0"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轮</a:t>
            </a:r>
          </a:p>
        </p:txBody>
      </p:sp>
    </p:spTree>
    <p:extLst>
      <p:ext uri="{BB962C8B-B14F-4D97-AF65-F5344CB8AC3E}">
        <p14:creationId xmlns:p14="http://schemas.microsoft.com/office/powerpoint/2010/main" val="109741609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32AA53F-6691-417E-8BCC-043C26ECBB2B}"/>
              </a:ext>
            </a:extLst>
          </p:cNvPr>
          <p:cNvSpPr txBox="1"/>
          <p:nvPr/>
        </p:nvSpPr>
        <p:spPr>
          <a:xfrm>
            <a:off x="290146" y="254977"/>
            <a:ext cx="172354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冒泡排序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FA7DA52F-6AEC-612A-9515-1115D5EFBF2B}"/>
              </a:ext>
            </a:extLst>
          </p:cNvPr>
          <p:cNvGrpSpPr/>
          <p:nvPr/>
        </p:nvGrpSpPr>
        <p:grpSpPr>
          <a:xfrm>
            <a:off x="4932491" y="1784844"/>
            <a:ext cx="580292" cy="474784"/>
            <a:chOff x="4765431" y="2215662"/>
            <a:chExt cx="580292" cy="474784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DD25647B-4385-51E8-55F2-D95BC281032D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4286C3F0-B76D-E9AC-5D33-6C948828017A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  <a:endPara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72709046-C196-4B31-22BD-E9E1EB69BDD3}"/>
              </a:ext>
            </a:extLst>
          </p:cNvPr>
          <p:cNvGrpSpPr/>
          <p:nvPr/>
        </p:nvGrpSpPr>
        <p:grpSpPr>
          <a:xfrm>
            <a:off x="4932487" y="1310058"/>
            <a:ext cx="580292" cy="474784"/>
            <a:chOff x="4765431" y="2215662"/>
            <a:chExt cx="580292" cy="474784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26F78766-FC0F-4F71-DE8B-3DFB134BE704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EED2FB08-2AF7-9F80-F6C9-76ED61497C23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  <a:endPara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39ACED12-BEA6-2D5C-935A-7244640B3A69}"/>
              </a:ext>
            </a:extLst>
          </p:cNvPr>
          <p:cNvGrpSpPr/>
          <p:nvPr/>
        </p:nvGrpSpPr>
        <p:grpSpPr>
          <a:xfrm>
            <a:off x="4932494" y="4633544"/>
            <a:ext cx="580292" cy="474784"/>
            <a:chOff x="4765431" y="2215662"/>
            <a:chExt cx="580292" cy="474784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A43E0166-6454-EAEE-B2DB-CA91049E904F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3679F2AD-E106-8D79-398B-31CE55162B4B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32470D5E-68F9-BD5D-0D23-99D5184B2467}"/>
              </a:ext>
            </a:extLst>
          </p:cNvPr>
          <p:cNvGrpSpPr/>
          <p:nvPr/>
        </p:nvGrpSpPr>
        <p:grpSpPr>
          <a:xfrm>
            <a:off x="4932487" y="3683979"/>
            <a:ext cx="580292" cy="474784"/>
            <a:chOff x="4765431" y="2215662"/>
            <a:chExt cx="580292" cy="474784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53D46A49-5BD5-4FFF-E142-B238FF6A7F4D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62A0BCEF-4EDE-307A-DA16-14D8536B4701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2AEAF2E1-E05F-4BEA-D0BE-148B8054F9A9}"/>
              </a:ext>
            </a:extLst>
          </p:cNvPr>
          <p:cNvGrpSpPr/>
          <p:nvPr/>
        </p:nvGrpSpPr>
        <p:grpSpPr>
          <a:xfrm>
            <a:off x="4932487" y="4158755"/>
            <a:ext cx="580292" cy="474784"/>
            <a:chOff x="4765431" y="2215662"/>
            <a:chExt cx="580292" cy="474784"/>
          </a:xfrm>
        </p:grpSpPr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04C5B4B6-0E45-7322-7508-A3E25F99B00C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F9633A2C-B667-5152-1981-5E634ABFE825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391055BF-2B82-EE46-41A7-ABE2D9326B8E}"/>
              </a:ext>
            </a:extLst>
          </p:cNvPr>
          <p:cNvGrpSpPr/>
          <p:nvPr/>
        </p:nvGrpSpPr>
        <p:grpSpPr>
          <a:xfrm>
            <a:off x="4932487" y="835270"/>
            <a:ext cx="580292" cy="474784"/>
            <a:chOff x="4765431" y="2215662"/>
            <a:chExt cx="580292" cy="474784"/>
          </a:xfrm>
        </p:grpSpPr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09876F29-F25A-2476-C9AE-7360CA4D1F40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0000"/>
                </a:solidFill>
              </a:endParaRPr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B1992B33-E877-D608-B638-86892D0DD846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9</a:t>
              </a:r>
              <a:endPara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2B2C69D5-5564-6FFD-F934-C5C66030B3D3}"/>
              </a:ext>
            </a:extLst>
          </p:cNvPr>
          <p:cNvGrpSpPr/>
          <p:nvPr/>
        </p:nvGrpSpPr>
        <p:grpSpPr>
          <a:xfrm>
            <a:off x="4932487" y="3209200"/>
            <a:ext cx="580292" cy="474784"/>
            <a:chOff x="4765431" y="2215662"/>
            <a:chExt cx="580292" cy="474784"/>
          </a:xfrm>
        </p:grpSpPr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D8AFE37A-27DF-3B9B-4FA2-BFFF7923BEE8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9F61A6FC-9503-B42A-29E8-539A7FADF1E7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7DC8E6C9-C9C7-9B5B-0AA2-497400B4AD09}"/>
              </a:ext>
            </a:extLst>
          </p:cNvPr>
          <p:cNvGrpSpPr/>
          <p:nvPr/>
        </p:nvGrpSpPr>
        <p:grpSpPr>
          <a:xfrm>
            <a:off x="4932487" y="2259617"/>
            <a:ext cx="580292" cy="474784"/>
            <a:chOff x="4765431" y="2215662"/>
            <a:chExt cx="580292" cy="474784"/>
          </a:xfrm>
        </p:grpSpPr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C024ACB7-D691-771E-CEBB-51DD39DEEF76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4DBB290D-8919-DAC0-AD31-626E26C3A44F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  <a:endPara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07BC69A7-A35E-5001-C6BC-DC245BE18FF2}"/>
              </a:ext>
            </a:extLst>
          </p:cNvPr>
          <p:cNvGrpSpPr/>
          <p:nvPr/>
        </p:nvGrpSpPr>
        <p:grpSpPr>
          <a:xfrm>
            <a:off x="4932483" y="2733319"/>
            <a:ext cx="580292" cy="474784"/>
            <a:chOff x="4765431" y="2215662"/>
            <a:chExt cx="580292" cy="474784"/>
          </a:xfrm>
        </p:grpSpPr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8E914E78-62D9-2367-C1D6-0A0CCA20A4CC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EAA35872-B972-B60B-5702-C0D10250B24C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2" name="箭头: 右 41">
            <a:extLst>
              <a:ext uri="{FF2B5EF4-FFF2-40B4-BE49-F238E27FC236}">
                <a16:creationId xmlns:a16="http://schemas.microsoft.com/office/drawing/2014/main" id="{732372FD-5027-40E8-80C5-09A08A653415}"/>
              </a:ext>
            </a:extLst>
          </p:cNvPr>
          <p:cNvSpPr/>
          <p:nvPr/>
        </p:nvSpPr>
        <p:spPr>
          <a:xfrm>
            <a:off x="3732334" y="3824654"/>
            <a:ext cx="905608" cy="219808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E3311119-B406-E1E4-3CF9-349EA3E66D04}"/>
              </a:ext>
            </a:extLst>
          </p:cNvPr>
          <p:cNvSpPr txBox="1"/>
          <p:nvPr/>
        </p:nvSpPr>
        <p:spPr>
          <a:xfrm>
            <a:off x="290274" y="993447"/>
            <a:ext cx="114646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第</a:t>
            </a:r>
            <a:r>
              <a:rPr lang="en-US" altLang="zh-CN" sz="3000" dirty="0"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轮</a:t>
            </a:r>
          </a:p>
        </p:txBody>
      </p:sp>
    </p:spTree>
    <p:extLst>
      <p:ext uri="{BB962C8B-B14F-4D97-AF65-F5344CB8AC3E}">
        <p14:creationId xmlns:p14="http://schemas.microsoft.com/office/powerpoint/2010/main" val="297592794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32AA53F-6691-417E-8BCC-043C26ECBB2B}"/>
              </a:ext>
            </a:extLst>
          </p:cNvPr>
          <p:cNvSpPr txBox="1"/>
          <p:nvPr/>
        </p:nvSpPr>
        <p:spPr>
          <a:xfrm>
            <a:off x="290146" y="254977"/>
            <a:ext cx="172354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冒泡排序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FA7DA52F-6AEC-612A-9515-1115D5EFBF2B}"/>
              </a:ext>
            </a:extLst>
          </p:cNvPr>
          <p:cNvGrpSpPr/>
          <p:nvPr/>
        </p:nvGrpSpPr>
        <p:grpSpPr>
          <a:xfrm>
            <a:off x="4932491" y="1784844"/>
            <a:ext cx="580292" cy="474784"/>
            <a:chOff x="4765431" y="2215662"/>
            <a:chExt cx="580292" cy="474784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DD25647B-4385-51E8-55F2-D95BC281032D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4286C3F0-B76D-E9AC-5D33-6C948828017A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  <a:endPara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72709046-C196-4B31-22BD-E9E1EB69BDD3}"/>
              </a:ext>
            </a:extLst>
          </p:cNvPr>
          <p:cNvGrpSpPr/>
          <p:nvPr/>
        </p:nvGrpSpPr>
        <p:grpSpPr>
          <a:xfrm>
            <a:off x="4932487" y="1310058"/>
            <a:ext cx="580292" cy="474784"/>
            <a:chOff x="4765431" y="2215662"/>
            <a:chExt cx="580292" cy="474784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26F78766-FC0F-4F71-DE8B-3DFB134BE704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EED2FB08-2AF7-9F80-F6C9-76ED61497C23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  <a:endPara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39ACED12-BEA6-2D5C-935A-7244640B3A69}"/>
              </a:ext>
            </a:extLst>
          </p:cNvPr>
          <p:cNvGrpSpPr/>
          <p:nvPr/>
        </p:nvGrpSpPr>
        <p:grpSpPr>
          <a:xfrm>
            <a:off x="4932494" y="4633544"/>
            <a:ext cx="580292" cy="474784"/>
            <a:chOff x="4765431" y="2215662"/>
            <a:chExt cx="580292" cy="474784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A43E0166-6454-EAEE-B2DB-CA91049E904F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3679F2AD-E106-8D79-398B-31CE55162B4B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32470D5E-68F9-BD5D-0D23-99D5184B2467}"/>
              </a:ext>
            </a:extLst>
          </p:cNvPr>
          <p:cNvGrpSpPr/>
          <p:nvPr/>
        </p:nvGrpSpPr>
        <p:grpSpPr>
          <a:xfrm>
            <a:off x="4932487" y="3683979"/>
            <a:ext cx="580292" cy="474784"/>
            <a:chOff x="4765431" y="2215662"/>
            <a:chExt cx="580292" cy="474784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53D46A49-5BD5-4FFF-E142-B238FF6A7F4D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62A0BCEF-4EDE-307A-DA16-14D8536B4701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2AEAF2E1-E05F-4BEA-D0BE-148B8054F9A9}"/>
              </a:ext>
            </a:extLst>
          </p:cNvPr>
          <p:cNvGrpSpPr/>
          <p:nvPr/>
        </p:nvGrpSpPr>
        <p:grpSpPr>
          <a:xfrm>
            <a:off x="4932487" y="4158755"/>
            <a:ext cx="580292" cy="474784"/>
            <a:chOff x="4765431" y="2215662"/>
            <a:chExt cx="580292" cy="474784"/>
          </a:xfrm>
        </p:grpSpPr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04C5B4B6-0E45-7322-7508-A3E25F99B00C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F9633A2C-B667-5152-1981-5E634ABFE825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391055BF-2B82-EE46-41A7-ABE2D9326B8E}"/>
              </a:ext>
            </a:extLst>
          </p:cNvPr>
          <p:cNvGrpSpPr/>
          <p:nvPr/>
        </p:nvGrpSpPr>
        <p:grpSpPr>
          <a:xfrm>
            <a:off x="4932487" y="835270"/>
            <a:ext cx="580292" cy="474784"/>
            <a:chOff x="4765431" y="2215662"/>
            <a:chExt cx="580292" cy="474784"/>
          </a:xfrm>
        </p:grpSpPr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09876F29-F25A-2476-C9AE-7360CA4D1F40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0000"/>
                </a:solidFill>
              </a:endParaRPr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B1992B33-E877-D608-B638-86892D0DD846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9</a:t>
              </a:r>
              <a:endPara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2B2C69D5-5564-6FFD-F934-C5C66030B3D3}"/>
              </a:ext>
            </a:extLst>
          </p:cNvPr>
          <p:cNvGrpSpPr/>
          <p:nvPr/>
        </p:nvGrpSpPr>
        <p:grpSpPr>
          <a:xfrm>
            <a:off x="4932487" y="3209200"/>
            <a:ext cx="580292" cy="474784"/>
            <a:chOff x="4765431" y="2215662"/>
            <a:chExt cx="580292" cy="474784"/>
          </a:xfrm>
        </p:grpSpPr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D8AFE37A-27DF-3B9B-4FA2-BFFF7923BEE8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9F61A6FC-9503-B42A-29E8-539A7FADF1E7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7DC8E6C9-C9C7-9B5B-0AA2-497400B4AD09}"/>
              </a:ext>
            </a:extLst>
          </p:cNvPr>
          <p:cNvGrpSpPr/>
          <p:nvPr/>
        </p:nvGrpSpPr>
        <p:grpSpPr>
          <a:xfrm>
            <a:off x="4932487" y="2259617"/>
            <a:ext cx="580292" cy="474784"/>
            <a:chOff x="4765431" y="2215662"/>
            <a:chExt cx="580292" cy="474784"/>
          </a:xfrm>
        </p:grpSpPr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C024ACB7-D691-771E-CEBB-51DD39DEEF76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4DBB290D-8919-DAC0-AD31-626E26C3A44F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  <a:endPara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07BC69A7-A35E-5001-C6BC-DC245BE18FF2}"/>
              </a:ext>
            </a:extLst>
          </p:cNvPr>
          <p:cNvGrpSpPr/>
          <p:nvPr/>
        </p:nvGrpSpPr>
        <p:grpSpPr>
          <a:xfrm>
            <a:off x="4932483" y="2733319"/>
            <a:ext cx="580292" cy="474784"/>
            <a:chOff x="4765431" y="2215662"/>
            <a:chExt cx="580292" cy="474784"/>
          </a:xfrm>
        </p:grpSpPr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8E914E78-62D9-2367-C1D6-0A0CCA20A4CC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EAA35872-B972-B60B-5702-C0D10250B24C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2" name="箭头: 右 41">
            <a:extLst>
              <a:ext uri="{FF2B5EF4-FFF2-40B4-BE49-F238E27FC236}">
                <a16:creationId xmlns:a16="http://schemas.microsoft.com/office/drawing/2014/main" id="{732372FD-5027-40E8-80C5-09A08A653415}"/>
              </a:ext>
            </a:extLst>
          </p:cNvPr>
          <p:cNvSpPr/>
          <p:nvPr/>
        </p:nvSpPr>
        <p:spPr>
          <a:xfrm>
            <a:off x="3732334" y="3314699"/>
            <a:ext cx="905608" cy="219808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E3311119-B406-E1E4-3CF9-349EA3E66D04}"/>
              </a:ext>
            </a:extLst>
          </p:cNvPr>
          <p:cNvSpPr txBox="1"/>
          <p:nvPr/>
        </p:nvSpPr>
        <p:spPr>
          <a:xfrm>
            <a:off x="290274" y="993447"/>
            <a:ext cx="114646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第</a:t>
            </a:r>
            <a:r>
              <a:rPr lang="en-US" altLang="zh-CN" sz="3000" dirty="0"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轮</a:t>
            </a:r>
          </a:p>
        </p:txBody>
      </p:sp>
    </p:spTree>
    <p:extLst>
      <p:ext uri="{BB962C8B-B14F-4D97-AF65-F5344CB8AC3E}">
        <p14:creationId xmlns:p14="http://schemas.microsoft.com/office/powerpoint/2010/main" val="140151510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32AA53F-6691-417E-8BCC-043C26ECBB2B}"/>
              </a:ext>
            </a:extLst>
          </p:cNvPr>
          <p:cNvSpPr txBox="1"/>
          <p:nvPr/>
        </p:nvSpPr>
        <p:spPr>
          <a:xfrm>
            <a:off x="290146" y="254977"/>
            <a:ext cx="172354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冒泡排序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FA7DA52F-6AEC-612A-9515-1115D5EFBF2B}"/>
              </a:ext>
            </a:extLst>
          </p:cNvPr>
          <p:cNvGrpSpPr/>
          <p:nvPr/>
        </p:nvGrpSpPr>
        <p:grpSpPr>
          <a:xfrm>
            <a:off x="4932491" y="1784844"/>
            <a:ext cx="580292" cy="474784"/>
            <a:chOff x="4765431" y="2215662"/>
            <a:chExt cx="580292" cy="474784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DD25647B-4385-51E8-55F2-D95BC281032D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4286C3F0-B76D-E9AC-5D33-6C948828017A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  <a:endPara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72709046-C196-4B31-22BD-E9E1EB69BDD3}"/>
              </a:ext>
            </a:extLst>
          </p:cNvPr>
          <p:cNvGrpSpPr/>
          <p:nvPr/>
        </p:nvGrpSpPr>
        <p:grpSpPr>
          <a:xfrm>
            <a:off x="4932487" y="1310058"/>
            <a:ext cx="580292" cy="474784"/>
            <a:chOff x="4765431" y="2215662"/>
            <a:chExt cx="580292" cy="474784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26F78766-FC0F-4F71-DE8B-3DFB134BE704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EED2FB08-2AF7-9F80-F6C9-76ED61497C23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  <a:endPara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39ACED12-BEA6-2D5C-935A-7244640B3A69}"/>
              </a:ext>
            </a:extLst>
          </p:cNvPr>
          <p:cNvGrpSpPr/>
          <p:nvPr/>
        </p:nvGrpSpPr>
        <p:grpSpPr>
          <a:xfrm>
            <a:off x="4932494" y="4633544"/>
            <a:ext cx="580292" cy="474784"/>
            <a:chOff x="4765431" y="2215662"/>
            <a:chExt cx="580292" cy="474784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A43E0166-6454-EAEE-B2DB-CA91049E904F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3679F2AD-E106-8D79-398B-31CE55162B4B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32470D5E-68F9-BD5D-0D23-99D5184B2467}"/>
              </a:ext>
            </a:extLst>
          </p:cNvPr>
          <p:cNvGrpSpPr/>
          <p:nvPr/>
        </p:nvGrpSpPr>
        <p:grpSpPr>
          <a:xfrm>
            <a:off x="4932487" y="3683979"/>
            <a:ext cx="580292" cy="474784"/>
            <a:chOff x="4765431" y="2215662"/>
            <a:chExt cx="580292" cy="474784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53D46A49-5BD5-4FFF-E142-B238FF6A7F4D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62A0BCEF-4EDE-307A-DA16-14D8536B4701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2AEAF2E1-E05F-4BEA-D0BE-148B8054F9A9}"/>
              </a:ext>
            </a:extLst>
          </p:cNvPr>
          <p:cNvGrpSpPr/>
          <p:nvPr/>
        </p:nvGrpSpPr>
        <p:grpSpPr>
          <a:xfrm>
            <a:off x="4932487" y="4158755"/>
            <a:ext cx="580292" cy="474784"/>
            <a:chOff x="4765431" y="2215662"/>
            <a:chExt cx="580292" cy="474784"/>
          </a:xfrm>
        </p:grpSpPr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04C5B4B6-0E45-7322-7508-A3E25F99B00C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F9633A2C-B667-5152-1981-5E634ABFE825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391055BF-2B82-EE46-41A7-ABE2D9326B8E}"/>
              </a:ext>
            </a:extLst>
          </p:cNvPr>
          <p:cNvGrpSpPr/>
          <p:nvPr/>
        </p:nvGrpSpPr>
        <p:grpSpPr>
          <a:xfrm>
            <a:off x="4932487" y="835270"/>
            <a:ext cx="580292" cy="474784"/>
            <a:chOff x="4765431" y="2215662"/>
            <a:chExt cx="580292" cy="474784"/>
          </a:xfrm>
        </p:grpSpPr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09876F29-F25A-2476-C9AE-7360CA4D1F40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0000"/>
                </a:solidFill>
              </a:endParaRPr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B1992B33-E877-D608-B638-86892D0DD846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9</a:t>
              </a:r>
              <a:endPara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2B2C69D5-5564-6FFD-F934-C5C66030B3D3}"/>
              </a:ext>
            </a:extLst>
          </p:cNvPr>
          <p:cNvGrpSpPr/>
          <p:nvPr/>
        </p:nvGrpSpPr>
        <p:grpSpPr>
          <a:xfrm>
            <a:off x="4932487" y="2734416"/>
            <a:ext cx="580292" cy="474784"/>
            <a:chOff x="4765431" y="2215662"/>
            <a:chExt cx="580292" cy="474784"/>
          </a:xfrm>
        </p:grpSpPr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D8AFE37A-27DF-3B9B-4FA2-BFFF7923BEE8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9F61A6FC-9503-B42A-29E8-539A7FADF1E7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  <a:endPara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7DC8E6C9-C9C7-9B5B-0AA2-497400B4AD09}"/>
              </a:ext>
            </a:extLst>
          </p:cNvPr>
          <p:cNvGrpSpPr/>
          <p:nvPr/>
        </p:nvGrpSpPr>
        <p:grpSpPr>
          <a:xfrm>
            <a:off x="4932487" y="2259617"/>
            <a:ext cx="580292" cy="474784"/>
            <a:chOff x="4765431" y="2215662"/>
            <a:chExt cx="580292" cy="474784"/>
          </a:xfrm>
        </p:grpSpPr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C024ACB7-D691-771E-CEBB-51DD39DEEF76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4DBB290D-8919-DAC0-AD31-626E26C3A44F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  <a:endPara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07BC69A7-A35E-5001-C6BC-DC245BE18FF2}"/>
              </a:ext>
            </a:extLst>
          </p:cNvPr>
          <p:cNvGrpSpPr/>
          <p:nvPr/>
        </p:nvGrpSpPr>
        <p:grpSpPr>
          <a:xfrm>
            <a:off x="4932483" y="3208108"/>
            <a:ext cx="580292" cy="474784"/>
            <a:chOff x="4765431" y="2215662"/>
            <a:chExt cx="580292" cy="474784"/>
          </a:xfrm>
        </p:grpSpPr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8E914E78-62D9-2367-C1D6-0A0CCA20A4CC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EAA35872-B972-B60B-5702-C0D10250B24C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2" name="箭头: 右 41">
            <a:extLst>
              <a:ext uri="{FF2B5EF4-FFF2-40B4-BE49-F238E27FC236}">
                <a16:creationId xmlns:a16="http://schemas.microsoft.com/office/drawing/2014/main" id="{732372FD-5027-40E8-80C5-09A08A653415}"/>
              </a:ext>
            </a:extLst>
          </p:cNvPr>
          <p:cNvSpPr/>
          <p:nvPr/>
        </p:nvSpPr>
        <p:spPr>
          <a:xfrm>
            <a:off x="3732334" y="2839915"/>
            <a:ext cx="905608" cy="219808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E3311119-B406-E1E4-3CF9-349EA3E66D04}"/>
              </a:ext>
            </a:extLst>
          </p:cNvPr>
          <p:cNvSpPr txBox="1"/>
          <p:nvPr/>
        </p:nvSpPr>
        <p:spPr>
          <a:xfrm>
            <a:off x="290274" y="993447"/>
            <a:ext cx="114646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第</a:t>
            </a:r>
            <a:r>
              <a:rPr lang="en-US" altLang="zh-CN" sz="3000" dirty="0"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轮</a:t>
            </a:r>
          </a:p>
        </p:txBody>
      </p:sp>
    </p:spTree>
    <p:extLst>
      <p:ext uri="{BB962C8B-B14F-4D97-AF65-F5344CB8AC3E}">
        <p14:creationId xmlns:p14="http://schemas.microsoft.com/office/powerpoint/2010/main" val="429427851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32AA53F-6691-417E-8BCC-043C26ECBB2B}"/>
              </a:ext>
            </a:extLst>
          </p:cNvPr>
          <p:cNvSpPr txBox="1"/>
          <p:nvPr/>
        </p:nvSpPr>
        <p:spPr>
          <a:xfrm>
            <a:off x="290146" y="254977"/>
            <a:ext cx="172354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冒泡排序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FA7DA52F-6AEC-612A-9515-1115D5EFBF2B}"/>
              </a:ext>
            </a:extLst>
          </p:cNvPr>
          <p:cNvGrpSpPr/>
          <p:nvPr/>
        </p:nvGrpSpPr>
        <p:grpSpPr>
          <a:xfrm>
            <a:off x="4932491" y="1784844"/>
            <a:ext cx="580292" cy="474784"/>
            <a:chOff x="4765431" y="2215662"/>
            <a:chExt cx="580292" cy="474784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DD25647B-4385-51E8-55F2-D95BC281032D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4286C3F0-B76D-E9AC-5D33-6C948828017A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  <a:endPara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72709046-C196-4B31-22BD-E9E1EB69BDD3}"/>
              </a:ext>
            </a:extLst>
          </p:cNvPr>
          <p:cNvGrpSpPr/>
          <p:nvPr/>
        </p:nvGrpSpPr>
        <p:grpSpPr>
          <a:xfrm>
            <a:off x="4932487" y="1310058"/>
            <a:ext cx="580292" cy="474784"/>
            <a:chOff x="4765431" y="2215662"/>
            <a:chExt cx="580292" cy="474784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26F78766-FC0F-4F71-DE8B-3DFB134BE704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EED2FB08-2AF7-9F80-F6C9-76ED61497C23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  <a:endPara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39ACED12-BEA6-2D5C-935A-7244640B3A69}"/>
              </a:ext>
            </a:extLst>
          </p:cNvPr>
          <p:cNvGrpSpPr/>
          <p:nvPr/>
        </p:nvGrpSpPr>
        <p:grpSpPr>
          <a:xfrm>
            <a:off x="4932494" y="4633544"/>
            <a:ext cx="580292" cy="474784"/>
            <a:chOff x="4765431" y="2215662"/>
            <a:chExt cx="580292" cy="474784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A43E0166-6454-EAEE-B2DB-CA91049E904F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3679F2AD-E106-8D79-398B-31CE55162B4B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32470D5E-68F9-BD5D-0D23-99D5184B2467}"/>
              </a:ext>
            </a:extLst>
          </p:cNvPr>
          <p:cNvGrpSpPr/>
          <p:nvPr/>
        </p:nvGrpSpPr>
        <p:grpSpPr>
          <a:xfrm>
            <a:off x="4932487" y="3683979"/>
            <a:ext cx="580292" cy="474784"/>
            <a:chOff x="4765431" y="2215662"/>
            <a:chExt cx="580292" cy="474784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53D46A49-5BD5-4FFF-E142-B238FF6A7F4D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62A0BCEF-4EDE-307A-DA16-14D8536B4701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2AEAF2E1-E05F-4BEA-D0BE-148B8054F9A9}"/>
              </a:ext>
            </a:extLst>
          </p:cNvPr>
          <p:cNvGrpSpPr/>
          <p:nvPr/>
        </p:nvGrpSpPr>
        <p:grpSpPr>
          <a:xfrm>
            <a:off x="4932487" y="4158755"/>
            <a:ext cx="580292" cy="474784"/>
            <a:chOff x="4765431" y="2215662"/>
            <a:chExt cx="580292" cy="474784"/>
          </a:xfrm>
        </p:grpSpPr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04C5B4B6-0E45-7322-7508-A3E25F99B00C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F9633A2C-B667-5152-1981-5E634ABFE825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391055BF-2B82-EE46-41A7-ABE2D9326B8E}"/>
              </a:ext>
            </a:extLst>
          </p:cNvPr>
          <p:cNvGrpSpPr/>
          <p:nvPr/>
        </p:nvGrpSpPr>
        <p:grpSpPr>
          <a:xfrm>
            <a:off x="4932487" y="835270"/>
            <a:ext cx="580292" cy="474784"/>
            <a:chOff x="4765431" y="2215662"/>
            <a:chExt cx="580292" cy="474784"/>
          </a:xfrm>
        </p:grpSpPr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09876F29-F25A-2476-C9AE-7360CA4D1F40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0000"/>
                </a:solidFill>
              </a:endParaRPr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B1992B33-E877-D608-B638-86892D0DD846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9</a:t>
              </a:r>
              <a:endPara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2B2C69D5-5564-6FFD-F934-C5C66030B3D3}"/>
              </a:ext>
            </a:extLst>
          </p:cNvPr>
          <p:cNvGrpSpPr/>
          <p:nvPr/>
        </p:nvGrpSpPr>
        <p:grpSpPr>
          <a:xfrm>
            <a:off x="4932487" y="2734416"/>
            <a:ext cx="580292" cy="474784"/>
            <a:chOff x="4765431" y="2215662"/>
            <a:chExt cx="580292" cy="474784"/>
          </a:xfrm>
        </p:grpSpPr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D8AFE37A-27DF-3B9B-4FA2-BFFF7923BEE8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9F61A6FC-9503-B42A-29E8-539A7FADF1E7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  <a:endPara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7DC8E6C9-C9C7-9B5B-0AA2-497400B4AD09}"/>
              </a:ext>
            </a:extLst>
          </p:cNvPr>
          <p:cNvGrpSpPr/>
          <p:nvPr/>
        </p:nvGrpSpPr>
        <p:grpSpPr>
          <a:xfrm>
            <a:off x="4932487" y="2259617"/>
            <a:ext cx="580292" cy="474784"/>
            <a:chOff x="4765431" y="2215662"/>
            <a:chExt cx="580292" cy="474784"/>
          </a:xfrm>
        </p:grpSpPr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C024ACB7-D691-771E-CEBB-51DD39DEEF76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4DBB290D-8919-DAC0-AD31-626E26C3A44F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  <a:endParaRPr lang="zh-CN" alt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07BC69A7-A35E-5001-C6BC-DC245BE18FF2}"/>
              </a:ext>
            </a:extLst>
          </p:cNvPr>
          <p:cNvGrpSpPr/>
          <p:nvPr/>
        </p:nvGrpSpPr>
        <p:grpSpPr>
          <a:xfrm>
            <a:off x="4932483" y="3208108"/>
            <a:ext cx="580292" cy="474784"/>
            <a:chOff x="4765431" y="2215662"/>
            <a:chExt cx="580292" cy="474784"/>
          </a:xfrm>
        </p:grpSpPr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8E914E78-62D9-2367-C1D6-0A0CCA20A4CC}"/>
                </a:ext>
              </a:extLst>
            </p:cNvPr>
            <p:cNvSpPr/>
            <p:nvPr/>
          </p:nvSpPr>
          <p:spPr>
            <a:xfrm>
              <a:off x="4765431" y="2215662"/>
              <a:ext cx="580292" cy="474784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EAA35872-B972-B60B-5702-C0D10250B24C}"/>
                </a:ext>
              </a:extLst>
            </p:cNvPr>
            <p:cNvSpPr txBox="1"/>
            <p:nvPr/>
          </p:nvSpPr>
          <p:spPr>
            <a:xfrm>
              <a:off x="4900246" y="2252999"/>
              <a:ext cx="445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  <a:endParaRPr lang="zh-CN" altLang="en-US" sz="2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2" name="箭头: 右 41">
            <a:extLst>
              <a:ext uri="{FF2B5EF4-FFF2-40B4-BE49-F238E27FC236}">
                <a16:creationId xmlns:a16="http://schemas.microsoft.com/office/drawing/2014/main" id="{732372FD-5027-40E8-80C5-09A08A653415}"/>
              </a:ext>
            </a:extLst>
          </p:cNvPr>
          <p:cNvSpPr/>
          <p:nvPr/>
        </p:nvSpPr>
        <p:spPr>
          <a:xfrm>
            <a:off x="3732334" y="4739053"/>
            <a:ext cx="905608" cy="219808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E3311119-B406-E1E4-3CF9-349EA3E66D04}"/>
              </a:ext>
            </a:extLst>
          </p:cNvPr>
          <p:cNvSpPr txBox="1"/>
          <p:nvPr/>
        </p:nvSpPr>
        <p:spPr>
          <a:xfrm>
            <a:off x="290274" y="993447"/>
            <a:ext cx="114646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第</a:t>
            </a:r>
            <a:r>
              <a:rPr lang="en-US" altLang="zh-CN" sz="3000" dirty="0">
                <a:latin typeface="黑体" panose="02010609060101010101" pitchFamily="49" charset="-122"/>
                <a:ea typeface="黑体" panose="02010609060101010101" pitchFamily="49" charset="-122"/>
              </a:rPr>
              <a:t>6</a:t>
            </a:r>
            <a:r>
              <a:rPr lang="zh-CN" altLang="en-US" sz="3000" dirty="0">
                <a:latin typeface="黑体" panose="02010609060101010101" pitchFamily="49" charset="-122"/>
                <a:ea typeface="黑体" panose="02010609060101010101" pitchFamily="49" charset="-122"/>
              </a:rPr>
              <a:t>轮</a:t>
            </a:r>
          </a:p>
        </p:txBody>
      </p:sp>
    </p:spTree>
    <p:extLst>
      <p:ext uri="{BB962C8B-B14F-4D97-AF65-F5344CB8AC3E}">
        <p14:creationId xmlns:p14="http://schemas.microsoft.com/office/powerpoint/2010/main" val="256012450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214</TotalTime>
  <Words>462</Words>
  <Application>Microsoft Office PowerPoint</Application>
  <PresentationFormat>宽屏</PresentationFormat>
  <Paragraphs>396</Paragraphs>
  <Slides>36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36</vt:i4>
      </vt:variant>
    </vt:vector>
  </HeadingPairs>
  <TitlesOfParts>
    <vt:vector size="41" baseType="lpstr">
      <vt:lpstr>等线</vt:lpstr>
      <vt:lpstr>等线 Light</vt:lpstr>
      <vt:lpstr>黑体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xb21cn</dc:creator>
  <cp:lastModifiedBy>xb21cn</cp:lastModifiedBy>
  <cp:revision>3</cp:revision>
  <dcterms:created xsi:type="dcterms:W3CDTF">2022-05-15T03:10:24Z</dcterms:created>
  <dcterms:modified xsi:type="dcterms:W3CDTF">2022-05-15T06:44:40Z</dcterms:modified>
</cp:coreProperties>
</file>