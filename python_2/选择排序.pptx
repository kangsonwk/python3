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4D2E8A-A81D-617C-8131-364041F62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E7BE127-5423-2FA6-9B4E-55C46D2B52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AB6D07-7444-258B-7505-881DD827D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9D7E-A081-42D4-A816-8CB0D7B2430A}" type="datetimeFigureOut">
              <a:rPr lang="zh-CN" altLang="en-US" smtClean="0"/>
              <a:t>2022/5/15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97589F-2DA5-618F-B144-20CEA16B0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733B7C-C728-E099-FD53-DEEC817AD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579BF-FEAD-41C3-AC6F-F04121756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6288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7E05F4-EDCC-3E89-749A-BF52A82C0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B80DF9-AA32-5E26-D940-0D875B351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9FB3A8-DD8E-B89F-8354-B689C18B4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9D7E-A081-42D4-A816-8CB0D7B2430A}" type="datetimeFigureOut">
              <a:rPr lang="zh-CN" altLang="en-US" smtClean="0"/>
              <a:t>2022/5/15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B657CF-A88B-D56B-1D62-1105E86F0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26D414-5C16-C185-EA75-7E431BB82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579BF-FEAD-41C3-AC6F-F04121756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0463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8AB573-A6B4-0E04-C13B-D240683F3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712326-0DF7-FA37-B607-2D279E918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593ACA-3CE4-165E-8128-4C5F40166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9D7E-A081-42D4-A816-8CB0D7B2430A}" type="datetimeFigureOut">
              <a:rPr lang="zh-CN" altLang="en-US" smtClean="0"/>
              <a:t>2022/5/15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3DBBC0-D2AB-3DF4-7C28-4615030B0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2CC174-AECE-BC29-312A-169B34805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579BF-FEAD-41C3-AC6F-F04121756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675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C26A2-1D27-E46A-9663-F1E9BEEE3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CA2E56-1DA2-F00A-0F28-ECF1760BED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424ABD0-3547-1B3E-7658-B5A76C5C5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F886F0-5E78-AB03-E778-52DB510F9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9D7E-A081-42D4-A816-8CB0D7B2430A}" type="datetimeFigureOut">
              <a:rPr lang="zh-CN" altLang="en-US" smtClean="0"/>
              <a:t>2022/5/15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EA250F-E92B-A4C3-CBB9-FDFAABF1E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AFDEF7-A2B0-7CBD-E492-66237734B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579BF-FEAD-41C3-AC6F-F04121756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7125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68FE0E-0C33-6A3A-6EA8-DC6ECDC46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D5BEAA-8DB7-96D9-4943-0E36615FC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E996D99-EB9A-7328-EEE9-4F958BADA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AB86142-03D6-339E-8561-E937CBF436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F98DF68-1FDE-24EC-BB9F-A50FBFD4C0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1FADB68-1CFB-B6F7-44D7-9286D9738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9D7E-A081-42D4-A816-8CB0D7B2430A}" type="datetimeFigureOut">
              <a:rPr lang="zh-CN" altLang="en-US" smtClean="0"/>
              <a:t>2022/5/15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A5874E2-AE12-6B86-2B26-A2FD6B7FF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1384A66-DD5D-758B-12C3-ED8E17B6E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579BF-FEAD-41C3-AC6F-F04121756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2651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C0A2A0-6369-4BFA-8A2E-26D59A4E5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D05E7A-A988-2A88-48E7-B46B70C9C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9D7E-A081-42D4-A816-8CB0D7B2430A}" type="datetimeFigureOut">
              <a:rPr lang="zh-CN" altLang="en-US" smtClean="0"/>
              <a:t>2022/5/15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F798B24-D370-CB94-44CF-02BB43BA9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B8D889-33D1-F6D9-1BA0-54FB102F2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579BF-FEAD-41C3-AC6F-F04121756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8890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5C1127E-D059-3939-83B5-D0A1CC36C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9D7E-A081-42D4-A816-8CB0D7B2430A}" type="datetimeFigureOut">
              <a:rPr lang="zh-CN" altLang="en-US" smtClean="0"/>
              <a:t>2022/5/15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26DC8C7-8422-8257-6E16-BF5B6C6BB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50CCAD-AE51-FF81-F69A-CFE55BF82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579BF-FEAD-41C3-AC6F-F04121756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6180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42FF09-4EFC-08C2-0928-3B0621815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4815BF-0CDC-E525-A29A-44A89D606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2610F8-2B0E-B0A4-EDFF-7F85F3F6C0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4B5900-80A1-8560-814B-C108CD778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9D7E-A081-42D4-A816-8CB0D7B2430A}" type="datetimeFigureOut">
              <a:rPr lang="zh-CN" altLang="en-US" smtClean="0"/>
              <a:t>2022/5/15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29D2C1-FDB0-A7FD-9F13-3A8C7B6DA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94C778-5214-745C-7752-8B2EB320F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579BF-FEAD-41C3-AC6F-F04121756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3542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57740D-12E0-6411-3F85-6684B2706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8054C58-5A91-FCA4-42E2-B8CF19386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867B6A2-1F53-9C93-B496-FF1282A17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F489F5-99B4-76C6-E199-AF669EFCF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9D7E-A081-42D4-A816-8CB0D7B2430A}" type="datetimeFigureOut">
              <a:rPr lang="zh-CN" altLang="en-US" smtClean="0"/>
              <a:t>2022/5/15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52CFA3-465E-2A36-4C11-4D5D6A524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CC6BEC-B3A8-2BA7-64A9-FBA0CE3A7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579BF-FEAD-41C3-AC6F-F04121756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602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31E6BF-1A3E-089E-BDC2-A167C44A4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405C41-EB0B-4A4C-CB4D-7E0AAA1D0C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0525C8-9568-0BCA-BBA2-36F6A9A6C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9D7E-A081-42D4-A816-8CB0D7B2430A}" type="datetimeFigureOut">
              <a:rPr lang="zh-CN" altLang="en-US" smtClean="0"/>
              <a:t>2022/5/15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1998F9-B9B9-3B49-797E-612B6D32A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11B5F1-035C-82A4-543B-45889C88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579BF-FEAD-41C3-AC6F-F04121756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88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47158D3-16BD-61A0-D59E-8B6E800E7A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CFBA7F-2F86-D896-4BC1-BB4A49DBE9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F08460-B693-C1F6-EC4B-7313C15C9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9D7E-A081-42D4-A816-8CB0D7B2430A}" type="datetimeFigureOut">
              <a:rPr lang="zh-CN" altLang="en-US" smtClean="0"/>
              <a:t>2022/5/15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5F1B4B-4B07-F5F8-0134-81E7C2A3E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BE2712-C945-A154-3ED7-1FE6B8DD2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579BF-FEAD-41C3-AC6F-F04121756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1714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4900D0D-6757-1228-E617-84834B65A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DFD72E-9378-5FDF-5E7A-CF942FBA7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8C803C-8959-03EF-7FC2-2D5AE2D561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779D7E-A081-42D4-A816-8CB0D7B2430A}" type="datetimeFigureOut">
              <a:rPr lang="zh-CN" altLang="en-US" smtClean="0"/>
              <a:t>2022/5/15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44FC16-9F20-2E5F-F755-5CCDDF2FA8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CFEB95-A002-7FFB-4146-06726A3CD8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4579BF-FEAD-41C3-AC6F-F04121756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4334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选择排序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6049110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6049110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6049110" y="2259621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6049110" y="2734405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6049110" y="3209189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6049110" y="3683973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6049110" y="4158757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6049110" y="463354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6049110" y="834185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4848957" y="4783015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A23625-514A-BD1B-8B17-E184DB03F234}"/>
              </a:ext>
            </a:extLst>
          </p:cNvPr>
          <p:cNvSpPr txBox="1"/>
          <p:nvPr/>
        </p:nvSpPr>
        <p:spPr>
          <a:xfrm>
            <a:off x="3130318" y="4708253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min_index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= 0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7E6D35-0179-85EA-DA20-7F256944C7FE}"/>
              </a:ext>
            </a:extLst>
          </p:cNvPr>
          <p:cNvSpPr txBox="1"/>
          <p:nvPr/>
        </p:nvSpPr>
        <p:spPr>
          <a:xfrm>
            <a:off x="6793529" y="1429451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D1E8B2-7C0D-046C-E195-19BA07BE67F3}"/>
              </a:ext>
            </a:extLst>
          </p:cNvPr>
          <p:cNvSpPr txBox="1"/>
          <p:nvPr/>
        </p:nvSpPr>
        <p:spPr>
          <a:xfrm>
            <a:off x="6793529" y="1877857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E4C07C2-C90A-82DC-4519-33574799831B}"/>
              </a:ext>
            </a:extLst>
          </p:cNvPr>
          <p:cNvSpPr txBox="1"/>
          <p:nvPr/>
        </p:nvSpPr>
        <p:spPr>
          <a:xfrm>
            <a:off x="6793529" y="2361433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258AD0-19D9-FC56-D975-1B5960353469}"/>
              </a:ext>
            </a:extLst>
          </p:cNvPr>
          <p:cNvSpPr txBox="1"/>
          <p:nvPr/>
        </p:nvSpPr>
        <p:spPr>
          <a:xfrm>
            <a:off x="6793529" y="2853804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0D681C-2B24-1DAE-2ECC-0DA0AFEE5AD2}"/>
              </a:ext>
            </a:extLst>
          </p:cNvPr>
          <p:cNvSpPr txBox="1"/>
          <p:nvPr/>
        </p:nvSpPr>
        <p:spPr>
          <a:xfrm>
            <a:off x="6793529" y="3337379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6F69CE-3049-C4A4-44E2-D66F745345F7}"/>
              </a:ext>
            </a:extLst>
          </p:cNvPr>
          <p:cNvSpPr txBox="1"/>
          <p:nvPr/>
        </p:nvSpPr>
        <p:spPr>
          <a:xfrm>
            <a:off x="6793529" y="382095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D257DA-B529-BE56-4DB5-3AE4C28C6E8D}"/>
              </a:ext>
            </a:extLst>
          </p:cNvPr>
          <p:cNvSpPr txBox="1"/>
          <p:nvPr/>
        </p:nvSpPr>
        <p:spPr>
          <a:xfrm>
            <a:off x="6793529" y="4278155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7DDCFA-836A-E129-04F9-7692090EEFA5}"/>
              </a:ext>
            </a:extLst>
          </p:cNvPr>
          <p:cNvSpPr txBox="1"/>
          <p:nvPr/>
        </p:nvSpPr>
        <p:spPr>
          <a:xfrm>
            <a:off x="6793529" y="475293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1F78789-B412-DF50-B9DA-AAF9468278A1}"/>
              </a:ext>
            </a:extLst>
          </p:cNvPr>
          <p:cNvSpPr txBox="1"/>
          <p:nvPr/>
        </p:nvSpPr>
        <p:spPr>
          <a:xfrm>
            <a:off x="6793529" y="971170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361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选择排序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6049110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6049110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6049110" y="2259621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6049110" y="2734405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6049110" y="3209189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6049110" y="3683973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6049110" y="4158757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6049110" y="463354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6049110" y="834185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4848957" y="4317022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A23625-514A-BD1B-8B17-E184DB03F234}"/>
              </a:ext>
            </a:extLst>
          </p:cNvPr>
          <p:cNvSpPr txBox="1"/>
          <p:nvPr/>
        </p:nvSpPr>
        <p:spPr>
          <a:xfrm>
            <a:off x="3130318" y="4242260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min_index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= 1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7E6D35-0179-85EA-DA20-7F256944C7FE}"/>
              </a:ext>
            </a:extLst>
          </p:cNvPr>
          <p:cNvSpPr txBox="1"/>
          <p:nvPr/>
        </p:nvSpPr>
        <p:spPr>
          <a:xfrm>
            <a:off x="6793529" y="1429451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D1E8B2-7C0D-046C-E195-19BA07BE67F3}"/>
              </a:ext>
            </a:extLst>
          </p:cNvPr>
          <p:cNvSpPr txBox="1"/>
          <p:nvPr/>
        </p:nvSpPr>
        <p:spPr>
          <a:xfrm>
            <a:off x="6793529" y="1877857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E4C07C2-C90A-82DC-4519-33574799831B}"/>
              </a:ext>
            </a:extLst>
          </p:cNvPr>
          <p:cNvSpPr txBox="1"/>
          <p:nvPr/>
        </p:nvSpPr>
        <p:spPr>
          <a:xfrm>
            <a:off x="6793529" y="2361433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258AD0-19D9-FC56-D975-1B5960353469}"/>
              </a:ext>
            </a:extLst>
          </p:cNvPr>
          <p:cNvSpPr txBox="1"/>
          <p:nvPr/>
        </p:nvSpPr>
        <p:spPr>
          <a:xfrm>
            <a:off x="6793529" y="2853804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0D681C-2B24-1DAE-2ECC-0DA0AFEE5AD2}"/>
              </a:ext>
            </a:extLst>
          </p:cNvPr>
          <p:cNvSpPr txBox="1"/>
          <p:nvPr/>
        </p:nvSpPr>
        <p:spPr>
          <a:xfrm>
            <a:off x="6793529" y="3337379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6F69CE-3049-C4A4-44E2-D66F745345F7}"/>
              </a:ext>
            </a:extLst>
          </p:cNvPr>
          <p:cNvSpPr txBox="1"/>
          <p:nvPr/>
        </p:nvSpPr>
        <p:spPr>
          <a:xfrm>
            <a:off x="6793529" y="382095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D257DA-B529-BE56-4DB5-3AE4C28C6E8D}"/>
              </a:ext>
            </a:extLst>
          </p:cNvPr>
          <p:cNvSpPr txBox="1"/>
          <p:nvPr/>
        </p:nvSpPr>
        <p:spPr>
          <a:xfrm>
            <a:off x="6793529" y="4278155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7DDCFA-836A-E129-04F9-7692090EEFA5}"/>
              </a:ext>
            </a:extLst>
          </p:cNvPr>
          <p:cNvSpPr txBox="1"/>
          <p:nvPr/>
        </p:nvSpPr>
        <p:spPr>
          <a:xfrm>
            <a:off x="6793529" y="475293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1F78789-B412-DF50-B9DA-AAF9468278A1}"/>
              </a:ext>
            </a:extLst>
          </p:cNvPr>
          <p:cNvSpPr txBox="1"/>
          <p:nvPr/>
        </p:nvSpPr>
        <p:spPr>
          <a:xfrm>
            <a:off x="6793529" y="971170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9771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选择排序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6049110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6049110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6049110" y="2259621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6049110" y="2734405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6049110" y="3209189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6049110" y="3683973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6049110" y="4158757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6049110" y="463354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6049110" y="834185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4848957" y="3851035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A23625-514A-BD1B-8B17-E184DB03F234}"/>
              </a:ext>
            </a:extLst>
          </p:cNvPr>
          <p:cNvSpPr txBox="1"/>
          <p:nvPr/>
        </p:nvSpPr>
        <p:spPr>
          <a:xfrm>
            <a:off x="3130318" y="3776273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min_index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= 1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7E6D35-0179-85EA-DA20-7F256944C7FE}"/>
              </a:ext>
            </a:extLst>
          </p:cNvPr>
          <p:cNvSpPr txBox="1"/>
          <p:nvPr/>
        </p:nvSpPr>
        <p:spPr>
          <a:xfrm>
            <a:off x="6793529" y="1429451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D1E8B2-7C0D-046C-E195-19BA07BE67F3}"/>
              </a:ext>
            </a:extLst>
          </p:cNvPr>
          <p:cNvSpPr txBox="1"/>
          <p:nvPr/>
        </p:nvSpPr>
        <p:spPr>
          <a:xfrm>
            <a:off x="6793529" y="1877857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E4C07C2-C90A-82DC-4519-33574799831B}"/>
              </a:ext>
            </a:extLst>
          </p:cNvPr>
          <p:cNvSpPr txBox="1"/>
          <p:nvPr/>
        </p:nvSpPr>
        <p:spPr>
          <a:xfrm>
            <a:off x="6793529" y="2361433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258AD0-19D9-FC56-D975-1B5960353469}"/>
              </a:ext>
            </a:extLst>
          </p:cNvPr>
          <p:cNvSpPr txBox="1"/>
          <p:nvPr/>
        </p:nvSpPr>
        <p:spPr>
          <a:xfrm>
            <a:off x="6793529" y="2853804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0D681C-2B24-1DAE-2ECC-0DA0AFEE5AD2}"/>
              </a:ext>
            </a:extLst>
          </p:cNvPr>
          <p:cNvSpPr txBox="1"/>
          <p:nvPr/>
        </p:nvSpPr>
        <p:spPr>
          <a:xfrm>
            <a:off x="6793529" y="3337379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6F69CE-3049-C4A4-44E2-D66F745345F7}"/>
              </a:ext>
            </a:extLst>
          </p:cNvPr>
          <p:cNvSpPr txBox="1"/>
          <p:nvPr/>
        </p:nvSpPr>
        <p:spPr>
          <a:xfrm>
            <a:off x="6793529" y="382095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D257DA-B529-BE56-4DB5-3AE4C28C6E8D}"/>
              </a:ext>
            </a:extLst>
          </p:cNvPr>
          <p:cNvSpPr txBox="1"/>
          <p:nvPr/>
        </p:nvSpPr>
        <p:spPr>
          <a:xfrm>
            <a:off x="6793529" y="4278155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7DDCFA-836A-E129-04F9-7692090EEFA5}"/>
              </a:ext>
            </a:extLst>
          </p:cNvPr>
          <p:cNvSpPr txBox="1"/>
          <p:nvPr/>
        </p:nvSpPr>
        <p:spPr>
          <a:xfrm>
            <a:off x="6793529" y="475293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1F78789-B412-DF50-B9DA-AAF9468278A1}"/>
              </a:ext>
            </a:extLst>
          </p:cNvPr>
          <p:cNvSpPr txBox="1"/>
          <p:nvPr/>
        </p:nvSpPr>
        <p:spPr>
          <a:xfrm>
            <a:off x="6793529" y="971170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2115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选择排序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6049110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6049110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6049110" y="2259621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6049110" y="2734405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6049110" y="3209189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6049110" y="3683973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6049110" y="4158757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6049110" y="463354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6049110" y="834185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4848957" y="3411420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A23625-514A-BD1B-8B17-E184DB03F234}"/>
              </a:ext>
            </a:extLst>
          </p:cNvPr>
          <p:cNvSpPr txBox="1"/>
          <p:nvPr/>
        </p:nvSpPr>
        <p:spPr>
          <a:xfrm>
            <a:off x="3130318" y="3336658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min_index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= 3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7E6D35-0179-85EA-DA20-7F256944C7FE}"/>
              </a:ext>
            </a:extLst>
          </p:cNvPr>
          <p:cNvSpPr txBox="1"/>
          <p:nvPr/>
        </p:nvSpPr>
        <p:spPr>
          <a:xfrm>
            <a:off x="6793529" y="1429451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D1E8B2-7C0D-046C-E195-19BA07BE67F3}"/>
              </a:ext>
            </a:extLst>
          </p:cNvPr>
          <p:cNvSpPr txBox="1"/>
          <p:nvPr/>
        </p:nvSpPr>
        <p:spPr>
          <a:xfrm>
            <a:off x="6793529" y="1877857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E4C07C2-C90A-82DC-4519-33574799831B}"/>
              </a:ext>
            </a:extLst>
          </p:cNvPr>
          <p:cNvSpPr txBox="1"/>
          <p:nvPr/>
        </p:nvSpPr>
        <p:spPr>
          <a:xfrm>
            <a:off x="6793529" y="2361433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258AD0-19D9-FC56-D975-1B5960353469}"/>
              </a:ext>
            </a:extLst>
          </p:cNvPr>
          <p:cNvSpPr txBox="1"/>
          <p:nvPr/>
        </p:nvSpPr>
        <p:spPr>
          <a:xfrm>
            <a:off x="6793529" y="2853804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0D681C-2B24-1DAE-2ECC-0DA0AFEE5AD2}"/>
              </a:ext>
            </a:extLst>
          </p:cNvPr>
          <p:cNvSpPr txBox="1"/>
          <p:nvPr/>
        </p:nvSpPr>
        <p:spPr>
          <a:xfrm>
            <a:off x="6793529" y="3337379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6F69CE-3049-C4A4-44E2-D66F745345F7}"/>
              </a:ext>
            </a:extLst>
          </p:cNvPr>
          <p:cNvSpPr txBox="1"/>
          <p:nvPr/>
        </p:nvSpPr>
        <p:spPr>
          <a:xfrm>
            <a:off x="6793529" y="382095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D257DA-B529-BE56-4DB5-3AE4C28C6E8D}"/>
              </a:ext>
            </a:extLst>
          </p:cNvPr>
          <p:cNvSpPr txBox="1"/>
          <p:nvPr/>
        </p:nvSpPr>
        <p:spPr>
          <a:xfrm>
            <a:off x="6793529" y="4278155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7DDCFA-836A-E129-04F9-7692090EEFA5}"/>
              </a:ext>
            </a:extLst>
          </p:cNvPr>
          <p:cNvSpPr txBox="1"/>
          <p:nvPr/>
        </p:nvSpPr>
        <p:spPr>
          <a:xfrm>
            <a:off x="6793529" y="475293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1F78789-B412-DF50-B9DA-AAF9468278A1}"/>
              </a:ext>
            </a:extLst>
          </p:cNvPr>
          <p:cNvSpPr txBox="1"/>
          <p:nvPr/>
        </p:nvSpPr>
        <p:spPr>
          <a:xfrm>
            <a:off x="6793529" y="971170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1275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选择排序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6049110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6049110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6049110" y="2259621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6049110" y="2734405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6049110" y="3209189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6049110" y="3683973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6049110" y="4158757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6049110" y="463354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6049110" y="834185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4848957" y="2426681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A23625-514A-BD1B-8B17-E184DB03F234}"/>
              </a:ext>
            </a:extLst>
          </p:cNvPr>
          <p:cNvSpPr txBox="1"/>
          <p:nvPr/>
        </p:nvSpPr>
        <p:spPr>
          <a:xfrm>
            <a:off x="3130318" y="2351919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min_index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= 5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7E6D35-0179-85EA-DA20-7F256944C7FE}"/>
              </a:ext>
            </a:extLst>
          </p:cNvPr>
          <p:cNvSpPr txBox="1"/>
          <p:nvPr/>
        </p:nvSpPr>
        <p:spPr>
          <a:xfrm>
            <a:off x="6793529" y="1429451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D1E8B2-7C0D-046C-E195-19BA07BE67F3}"/>
              </a:ext>
            </a:extLst>
          </p:cNvPr>
          <p:cNvSpPr txBox="1"/>
          <p:nvPr/>
        </p:nvSpPr>
        <p:spPr>
          <a:xfrm>
            <a:off x="6793529" y="1877857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E4C07C2-C90A-82DC-4519-33574799831B}"/>
              </a:ext>
            </a:extLst>
          </p:cNvPr>
          <p:cNvSpPr txBox="1"/>
          <p:nvPr/>
        </p:nvSpPr>
        <p:spPr>
          <a:xfrm>
            <a:off x="6793529" y="2361433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258AD0-19D9-FC56-D975-1B5960353469}"/>
              </a:ext>
            </a:extLst>
          </p:cNvPr>
          <p:cNvSpPr txBox="1"/>
          <p:nvPr/>
        </p:nvSpPr>
        <p:spPr>
          <a:xfrm>
            <a:off x="6793529" y="2853804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0D681C-2B24-1DAE-2ECC-0DA0AFEE5AD2}"/>
              </a:ext>
            </a:extLst>
          </p:cNvPr>
          <p:cNvSpPr txBox="1"/>
          <p:nvPr/>
        </p:nvSpPr>
        <p:spPr>
          <a:xfrm>
            <a:off x="6793529" y="3337379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6F69CE-3049-C4A4-44E2-D66F745345F7}"/>
              </a:ext>
            </a:extLst>
          </p:cNvPr>
          <p:cNvSpPr txBox="1"/>
          <p:nvPr/>
        </p:nvSpPr>
        <p:spPr>
          <a:xfrm>
            <a:off x="6793529" y="382095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D257DA-B529-BE56-4DB5-3AE4C28C6E8D}"/>
              </a:ext>
            </a:extLst>
          </p:cNvPr>
          <p:cNvSpPr txBox="1"/>
          <p:nvPr/>
        </p:nvSpPr>
        <p:spPr>
          <a:xfrm>
            <a:off x="6793529" y="4278155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7DDCFA-836A-E129-04F9-7692090EEFA5}"/>
              </a:ext>
            </a:extLst>
          </p:cNvPr>
          <p:cNvSpPr txBox="1"/>
          <p:nvPr/>
        </p:nvSpPr>
        <p:spPr>
          <a:xfrm>
            <a:off x="6793529" y="475293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1F78789-B412-DF50-B9DA-AAF9468278A1}"/>
              </a:ext>
            </a:extLst>
          </p:cNvPr>
          <p:cNvSpPr txBox="1"/>
          <p:nvPr/>
        </p:nvSpPr>
        <p:spPr>
          <a:xfrm>
            <a:off x="6793529" y="971170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7662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选择排序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6049110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6049110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6049110" y="2259621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6049110" y="2734405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6049110" y="3209189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6049110" y="3683973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6049110" y="4158757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6049110" y="463354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6049110" y="834185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4848957" y="1995858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A23625-514A-BD1B-8B17-E184DB03F234}"/>
              </a:ext>
            </a:extLst>
          </p:cNvPr>
          <p:cNvSpPr txBox="1"/>
          <p:nvPr/>
        </p:nvSpPr>
        <p:spPr>
          <a:xfrm>
            <a:off x="3130318" y="1921096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min_index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= 5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7E6D35-0179-85EA-DA20-7F256944C7FE}"/>
              </a:ext>
            </a:extLst>
          </p:cNvPr>
          <p:cNvSpPr txBox="1"/>
          <p:nvPr/>
        </p:nvSpPr>
        <p:spPr>
          <a:xfrm>
            <a:off x="6793529" y="1429451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D1E8B2-7C0D-046C-E195-19BA07BE67F3}"/>
              </a:ext>
            </a:extLst>
          </p:cNvPr>
          <p:cNvSpPr txBox="1"/>
          <p:nvPr/>
        </p:nvSpPr>
        <p:spPr>
          <a:xfrm>
            <a:off x="6793529" y="1877857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E4C07C2-C90A-82DC-4519-33574799831B}"/>
              </a:ext>
            </a:extLst>
          </p:cNvPr>
          <p:cNvSpPr txBox="1"/>
          <p:nvPr/>
        </p:nvSpPr>
        <p:spPr>
          <a:xfrm>
            <a:off x="6793529" y="2361433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258AD0-19D9-FC56-D975-1B5960353469}"/>
              </a:ext>
            </a:extLst>
          </p:cNvPr>
          <p:cNvSpPr txBox="1"/>
          <p:nvPr/>
        </p:nvSpPr>
        <p:spPr>
          <a:xfrm>
            <a:off x="6793529" y="2853804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0D681C-2B24-1DAE-2ECC-0DA0AFEE5AD2}"/>
              </a:ext>
            </a:extLst>
          </p:cNvPr>
          <p:cNvSpPr txBox="1"/>
          <p:nvPr/>
        </p:nvSpPr>
        <p:spPr>
          <a:xfrm>
            <a:off x="6793529" y="3337379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6F69CE-3049-C4A4-44E2-D66F745345F7}"/>
              </a:ext>
            </a:extLst>
          </p:cNvPr>
          <p:cNvSpPr txBox="1"/>
          <p:nvPr/>
        </p:nvSpPr>
        <p:spPr>
          <a:xfrm>
            <a:off x="6793529" y="382095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D257DA-B529-BE56-4DB5-3AE4C28C6E8D}"/>
              </a:ext>
            </a:extLst>
          </p:cNvPr>
          <p:cNvSpPr txBox="1"/>
          <p:nvPr/>
        </p:nvSpPr>
        <p:spPr>
          <a:xfrm>
            <a:off x="6793529" y="4278155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7DDCFA-836A-E129-04F9-7692090EEFA5}"/>
              </a:ext>
            </a:extLst>
          </p:cNvPr>
          <p:cNvSpPr txBox="1"/>
          <p:nvPr/>
        </p:nvSpPr>
        <p:spPr>
          <a:xfrm>
            <a:off x="6793529" y="475293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1F78789-B412-DF50-B9DA-AAF9468278A1}"/>
              </a:ext>
            </a:extLst>
          </p:cNvPr>
          <p:cNvSpPr txBox="1"/>
          <p:nvPr/>
        </p:nvSpPr>
        <p:spPr>
          <a:xfrm>
            <a:off x="6793529" y="971170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10960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选择排序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6049110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6049110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6049110" y="2259621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6049110" y="2734405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6049110" y="3209189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6049110" y="3683973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6049110" y="4158757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6049110" y="463354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6049110" y="834185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4848957" y="1485903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A23625-514A-BD1B-8B17-E184DB03F234}"/>
              </a:ext>
            </a:extLst>
          </p:cNvPr>
          <p:cNvSpPr txBox="1"/>
          <p:nvPr/>
        </p:nvSpPr>
        <p:spPr>
          <a:xfrm>
            <a:off x="3130318" y="1411141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min_index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= 5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7E6D35-0179-85EA-DA20-7F256944C7FE}"/>
              </a:ext>
            </a:extLst>
          </p:cNvPr>
          <p:cNvSpPr txBox="1"/>
          <p:nvPr/>
        </p:nvSpPr>
        <p:spPr>
          <a:xfrm>
            <a:off x="6793529" y="1429451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D1E8B2-7C0D-046C-E195-19BA07BE67F3}"/>
              </a:ext>
            </a:extLst>
          </p:cNvPr>
          <p:cNvSpPr txBox="1"/>
          <p:nvPr/>
        </p:nvSpPr>
        <p:spPr>
          <a:xfrm>
            <a:off x="6793529" y="1877857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E4C07C2-C90A-82DC-4519-33574799831B}"/>
              </a:ext>
            </a:extLst>
          </p:cNvPr>
          <p:cNvSpPr txBox="1"/>
          <p:nvPr/>
        </p:nvSpPr>
        <p:spPr>
          <a:xfrm>
            <a:off x="6793529" y="2361433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258AD0-19D9-FC56-D975-1B5960353469}"/>
              </a:ext>
            </a:extLst>
          </p:cNvPr>
          <p:cNvSpPr txBox="1"/>
          <p:nvPr/>
        </p:nvSpPr>
        <p:spPr>
          <a:xfrm>
            <a:off x="6793529" y="2853804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0D681C-2B24-1DAE-2ECC-0DA0AFEE5AD2}"/>
              </a:ext>
            </a:extLst>
          </p:cNvPr>
          <p:cNvSpPr txBox="1"/>
          <p:nvPr/>
        </p:nvSpPr>
        <p:spPr>
          <a:xfrm>
            <a:off x="6793529" y="3337379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6F69CE-3049-C4A4-44E2-D66F745345F7}"/>
              </a:ext>
            </a:extLst>
          </p:cNvPr>
          <p:cNvSpPr txBox="1"/>
          <p:nvPr/>
        </p:nvSpPr>
        <p:spPr>
          <a:xfrm>
            <a:off x="6793529" y="382095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D257DA-B529-BE56-4DB5-3AE4C28C6E8D}"/>
              </a:ext>
            </a:extLst>
          </p:cNvPr>
          <p:cNvSpPr txBox="1"/>
          <p:nvPr/>
        </p:nvSpPr>
        <p:spPr>
          <a:xfrm>
            <a:off x="6793529" y="4278155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7DDCFA-836A-E129-04F9-7692090EEFA5}"/>
              </a:ext>
            </a:extLst>
          </p:cNvPr>
          <p:cNvSpPr txBox="1"/>
          <p:nvPr/>
        </p:nvSpPr>
        <p:spPr>
          <a:xfrm>
            <a:off x="6793529" y="475293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1F78789-B412-DF50-B9DA-AAF9468278A1}"/>
              </a:ext>
            </a:extLst>
          </p:cNvPr>
          <p:cNvSpPr txBox="1"/>
          <p:nvPr/>
        </p:nvSpPr>
        <p:spPr>
          <a:xfrm>
            <a:off x="6793529" y="971170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8687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选择排序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6049110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6049110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6049110" y="2259621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6049110" y="2734405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6049110" y="3209189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6049110" y="3683973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6049110" y="4158757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6049110" y="463354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6049110" y="834185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4848957" y="1011118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A23625-514A-BD1B-8B17-E184DB03F234}"/>
              </a:ext>
            </a:extLst>
          </p:cNvPr>
          <p:cNvSpPr txBox="1"/>
          <p:nvPr/>
        </p:nvSpPr>
        <p:spPr>
          <a:xfrm>
            <a:off x="3130318" y="936356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min_index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= 5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7E6D35-0179-85EA-DA20-7F256944C7FE}"/>
              </a:ext>
            </a:extLst>
          </p:cNvPr>
          <p:cNvSpPr txBox="1"/>
          <p:nvPr/>
        </p:nvSpPr>
        <p:spPr>
          <a:xfrm>
            <a:off x="6793529" y="1429451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D1E8B2-7C0D-046C-E195-19BA07BE67F3}"/>
              </a:ext>
            </a:extLst>
          </p:cNvPr>
          <p:cNvSpPr txBox="1"/>
          <p:nvPr/>
        </p:nvSpPr>
        <p:spPr>
          <a:xfrm>
            <a:off x="6793529" y="1877857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E4C07C2-C90A-82DC-4519-33574799831B}"/>
              </a:ext>
            </a:extLst>
          </p:cNvPr>
          <p:cNvSpPr txBox="1"/>
          <p:nvPr/>
        </p:nvSpPr>
        <p:spPr>
          <a:xfrm>
            <a:off x="6793529" y="2361433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258AD0-19D9-FC56-D975-1B5960353469}"/>
              </a:ext>
            </a:extLst>
          </p:cNvPr>
          <p:cNvSpPr txBox="1"/>
          <p:nvPr/>
        </p:nvSpPr>
        <p:spPr>
          <a:xfrm>
            <a:off x="6793529" y="2853804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0D681C-2B24-1DAE-2ECC-0DA0AFEE5AD2}"/>
              </a:ext>
            </a:extLst>
          </p:cNvPr>
          <p:cNvSpPr txBox="1"/>
          <p:nvPr/>
        </p:nvSpPr>
        <p:spPr>
          <a:xfrm>
            <a:off x="6793529" y="3337379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6F69CE-3049-C4A4-44E2-D66F745345F7}"/>
              </a:ext>
            </a:extLst>
          </p:cNvPr>
          <p:cNvSpPr txBox="1"/>
          <p:nvPr/>
        </p:nvSpPr>
        <p:spPr>
          <a:xfrm>
            <a:off x="6793529" y="382095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D257DA-B529-BE56-4DB5-3AE4C28C6E8D}"/>
              </a:ext>
            </a:extLst>
          </p:cNvPr>
          <p:cNvSpPr txBox="1"/>
          <p:nvPr/>
        </p:nvSpPr>
        <p:spPr>
          <a:xfrm>
            <a:off x="6793529" y="4278155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7DDCFA-836A-E129-04F9-7692090EEFA5}"/>
              </a:ext>
            </a:extLst>
          </p:cNvPr>
          <p:cNvSpPr txBox="1"/>
          <p:nvPr/>
        </p:nvSpPr>
        <p:spPr>
          <a:xfrm>
            <a:off x="6793529" y="475293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1F78789-B412-DF50-B9DA-AAF9468278A1}"/>
              </a:ext>
            </a:extLst>
          </p:cNvPr>
          <p:cNvSpPr txBox="1"/>
          <p:nvPr/>
        </p:nvSpPr>
        <p:spPr>
          <a:xfrm>
            <a:off x="6793529" y="971170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9092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选择排序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6049110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6049110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6049110" y="4633542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6049110" y="2734405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6049110" y="3209189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6049110" y="3683973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6049110" y="4158757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6049110" y="225962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6049110" y="834185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4848957" y="1011118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A23625-514A-BD1B-8B17-E184DB03F234}"/>
              </a:ext>
            </a:extLst>
          </p:cNvPr>
          <p:cNvSpPr txBox="1"/>
          <p:nvPr/>
        </p:nvSpPr>
        <p:spPr>
          <a:xfrm>
            <a:off x="3130318" y="936356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min_index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= 5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7E6D35-0179-85EA-DA20-7F256944C7FE}"/>
              </a:ext>
            </a:extLst>
          </p:cNvPr>
          <p:cNvSpPr txBox="1"/>
          <p:nvPr/>
        </p:nvSpPr>
        <p:spPr>
          <a:xfrm>
            <a:off x="6793529" y="1429451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D1E8B2-7C0D-046C-E195-19BA07BE67F3}"/>
              </a:ext>
            </a:extLst>
          </p:cNvPr>
          <p:cNvSpPr txBox="1"/>
          <p:nvPr/>
        </p:nvSpPr>
        <p:spPr>
          <a:xfrm>
            <a:off x="6793529" y="1877857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E4C07C2-C90A-82DC-4519-33574799831B}"/>
              </a:ext>
            </a:extLst>
          </p:cNvPr>
          <p:cNvSpPr txBox="1"/>
          <p:nvPr/>
        </p:nvSpPr>
        <p:spPr>
          <a:xfrm>
            <a:off x="6793529" y="2361433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258AD0-19D9-FC56-D975-1B5960353469}"/>
              </a:ext>
            </a:extLst>
          </p:cNvPr>
          <p:cNvSpPr txBox="1"/>
          <p:nvPr/>
        </p:nvSpPr>
        <p:spPr>
          <a:xfrm>
            <a:off x="6793529" y="2853804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0D681C-2B24-1DAE-2ECC-0DA0AFEE5AD2}"/>
              </a:ext>
            </a:extLst>
          </p:cNvPr>
          <p:cNvSpPr txBox="1"/>
          <p:nvPr/>
        </p:nvSpPr>
        <p:spPr>
          <a:xfrm>
            <a:off x="6793529" y="3337379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6F69CE-3049-C4A4-44E2-D66F745345F7}"/>
              </a:ext>
            </a:extLst>
          </p:cNvPr>
          <p:cNvSpPr txBox="1"/>
          <p:nvPr/>
        </p:nvSpPr>
        <p:spPr>
          <a:xfrm>
            <a:off x="6793529" y="382095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D257DA-B529-BE56-4DB5-3AE4C28C6E8D}"/>
              </a:ext>
            </a:extLst>
          </p:cNvPr>
          <p:cNvSpPr txBox="1"/>
          <p:nvPr/>
        </p:nvSpPr>
        <p:spPr>
          <a:xfrm>
            <a:off x="6793529" y="4278155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7DDCFA-836A-E129-04F9-7692090EEFA5}"/>
              </a:ext>
            </a:extLst>
          </p:cNvPr>
          <p:cNvSpPr txBox="1"/>
          <p:nvPr/>
        </p:nvSpPr>
        <p:spPr>
          <a:xfrm>
            <a:off x="6793529" y="475293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1F78789-B412-DF50-B9DA-AAF9468278A1}"/>
              </a:ext>
            </a:extLst>
          </p:cNvPr>
          <p:cNvSpPr txBox="1"/>
          <p:nvPr/>
        </p:nvSpPr>
        <p:spPr>
          <a:xfrm>
            <a:off x="6793529" y="971170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869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选择排序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6049110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6049110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6049110" y="4633542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6049110" y="2734405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6049110" y="3209189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6049110" y="3683973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6049110" y="4158757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6049110" y="225962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6049110" y="834185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4848957" y="4281854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A23625-514A-BD1B-8B17-E184DB03F234}"/>
              </a:ext>
            </a:extLst>
          </p:cNvPr>
          <p:cNvSpPr txBox="1"/>
          <p:nvPr/>
        </p:nvSpPr>
        <p:spPr>
          <a:xfrm>
            <a:off x="3130318" y="4207092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min_index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= 1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7E6D35-0179-85EA-DA20-7F256944C7FE}"/>
              </a:ext>
            </a:extLst>
          </p:cNvPr>
          <p:cNvSpPr txBox="1"/>
          <p:nvPr/>
        </p:nvSpPr>
        <p:spPr>
          <a:xfrm>
            <a:off x="6793529" y="1429451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D1E8B2-7C0D-046C-E195-19BA07BE67F3}"/>
              </a:ext>
            </a:extLst>
          </p:cNvPr>
          <p:cNvSpPr txBox="1"/>
          <p:nvPr/>
        </p:nvSpPr>
        <p:spPr>
          <a:xfrm>
            <a:off x="6793529" y="1877857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E4C07C2-C90A-82DC-4519-33574799831B}"/>
              </a:ext>
            </a:extLst>
          </p:cNvPr>
          <p:cNvSpPr txBox="1"/>
          <p:nvPr/>
        </p:nvSpPr>
        <p:spPr>
          <a:xfrm>
            <a:off x="6793529" y="2361433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258AD0-19D9-FC56-D975-1B5960353469}"/>
              </a:ext>
            </a:extLst>
          </p:cNvPr>
          <p:cNvSpPr txBox="1"/>
          <p:nvPr/>
        </p:nvSpPr>
        <p:spPr>
          <a:xfrm>
            <a:off x="6793529" y="2853804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0D681C-2B24-1DAE-2ECC-0DA0AFEE5AD2}"/>
              </a:ext>
            </a:extLst>
          </p:cNvPr>
          <p:cNvSpPr txBox="1"/>
          <p:nvPr/>
        </p:nvSpPr>
        <p:spPr>
          <a:xfrm>
            <a:off x="6793529" y="3337379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6F69CE-3049-C4A4-44E2-D66F745345F7}"/>
              </a:ext>
            </a:extLst>
          </p:cNvPr>
          <p:cNvSpPr txBox="1"/>
          <p:nvPr/>
        </p:nvSpPr>
        <p:spPr>
          <a:xfrm>
            <a:off x="6793529" y="382095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D257DA-B529-BE56-4DB5-3AE4C28C6E8D}"/>
              </a:ext>
            </a:extLst>
          </p:cNvPr>
          <p:cNvSpPr txBox="1"/>
          <p:nvPr/>
        </p:nvSpPr>
        <p:spPr>
          <a:xfrm>
            <a:off x="6793529" y="4278155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7DDCFA-836A-E129-04F9-7692090EEFA5}"/>
              </a:ext>
            </a:extLst>
          </p:cNvPr>
          <p:cNvSpPr txBox="1"/>
          <p:nvPr/>
        </p:nvSpPr>
        <p:spPr>
          <a:xfrm>
            <a:off x="6793529" y="475293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1F78789-B412-DF50-B9DA-AAF9468278A1}"/>
              </a:ext>
            </a:extLst>
          </p:cNvPr>
          <p:cNvSpPr txBox="1"/>
          <p:nvPr/>
        </p:nvSpPr>
        <p:spPr>
          <a:xfrm>
            <a:off x="6793529" y="971170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8803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选择排序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6049110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6049110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6049110" y="4633542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6049110" y="2734405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6049110" y="3209189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6049110" y="3683973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6049110" y="4158757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6049110" y="225962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6049110" y="834185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4848957" y="3877409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A23625-514A-BD1B-8B17-E184DB03F234}"/>
              </a:ext>
            </a:extLst>
          </p:cNvPr>
          <p:cNvSpPr txBox="1"/>
          <p:nvPr/>
        </p:nvSpPr>
        <p:spPr>
          <a:xfrm>
            <a:off x="3130318" y="3802647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min_index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= 1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7E6D35-0179-85EA-DA20-7F256944C7FE}"/>
              </a:ext>
            </a:extLst>
          </p:cNvPr>
          <p:cNvSpPr txBox="1"/>
          <p:nvPr/>
        </p:nvSpPr>
        <p:spPr>
          <a:xfrm>
            <a:off x="6793529" y="1429451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D1E8B2-7C0D-046C-E195-19BA07BE67F3}"/>
              </a:ext>
            </a:extLst>
          </p:cNvPr>
          <p:cNvSpPr txBox="1"/>
          <p:nvPr/>
        </p:nvSpPr>
        <p:spPr>
          <a:xfrm>
            <a:off x="6793529" y="1877857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E4C07C2-C90A-82DC-4519-33574799831B}"/>
              </a:ext>
            </a:extLst>
          </p:cNvPr>
          <p:cNvSpPr txBox="1"/>
          <p:nvPr/>
        </p:nvSpPr>
        <p:spPr>
          <a:xfrm>
            <a:off x="6793529" y="2361433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258AD0-19D9-FC56-D975-1B5960353469}"/>
              </a:ext>
            </a:extLst>
          </p:cNvPr>
          <p:cNvSpPr txBox="1"/>
          <p:nvPr/>
        </p:nvSpPr>
        <p:spPr>
          <a:xfrm>
            <a:off x="6793529" y="2853804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0D681C-2B24-1DAE-2ECC-0DA0AFEE5AD2}"/>
              </a:ext>
            </a:extLst>
          </p:cNvPr>
          <p:cNvSpPr txBox="1"/>
          <p:nvPr/>
        </p:nvSpPr>
        <p:spPr>
          <a:xfrm>
            <a:off x="6793529" y="3337379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6F69CE-3049-C4A4-44E2-D66F745345F7}"/>
              </a:ext>
            </a:extLst>
          </p:cNvPr>
          <p:cNvSpPr txBox="1"/>
          <p:nvPr/>
        </p:nvSpPr>
        <p:spPr>
          <a:xfrm>
            <a:off x="6793529" y="382095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D257DA-B529-BE56-4DB5-3AE4C28C6E8D}"/>
              </a:ext>
            </a:extLst>
          </p:cNvPr>
          <p:cNvSpPr txBox="1"/>
          <p:nvPr/>
        </p:nvSpPr>
        <p:spPr>
          <a:xfrm>
            <a:off x="6793529" y="4278155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7DDCFA-836A-E129-04F9-7692090EEFA5}"/>
              </a:ext>
            </a:extLst>
          </p:cNvPr>
          <p:cNvSpPr txBox="1"/>
          <p:nvPr/>
        </p:nvSpPr>
        <p:spPr>
          <a:xfrm>
            <a:off x="6793529" y="475293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1F78789-B412-DF50-B9DA-AAF9468278A1}"/>
              </a:ext>
            </a:extLst>
          </p:cNvPr>
          <p:cNvSpPr txBox="1"/>
          <p:nvPr/>
        </p:nvSpPr>
        <p:spPr>
          <a:xfrm>
            <a:off x="6793529" y="971170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9567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选择排序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6049110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6049110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6049110" y="4633542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6049110" y="2734405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6049110" y="3209189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6049110" y="3683973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6049110" y="4158757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6049110" y="225962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6049110" y="834185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4848957" y="3367454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A23625-514A-BD1B-8B17-E184DB03F234}"/>
              </a:ext>
            </a:extLst>
          </p:cNvPr>
          <p:cNvSpPr txBox="1"/>
          <p:nvPr/>
        </p:nvSpPr>
        <p:spPr>
          <a:xfrm>
            <a:off x="3130318" y="3292692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min_index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= 3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7E6D35-0179-85EA-DA20-7F256944C7FE}"/>
              </a:ext>
            </a:extLst>
          </p:cNvPr>
          <p:cNvSpPr txBox="1"/>
          <p:nvPr/>
        </p:nvSpPr>
        <p:spPr>
          <a:xfrm>
            <a:off x="6793529" y="1429451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D1E8B2-7C0D-046C-E195-19BA07BE67F3}"/>
              </a:ext>
            </a:extLst>
          </p:cNvPr>
          <p:cNvSpPr txBox="1"/>
          <p:nvPr/>
        </p:nvSpPr>
        <p:spPr>
          <a:xfrm>
            <a:off x="6793529" y="1877857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E4C07C2-C90A-82DC-4519-33574799831B}"/>
              </a:ext>
            </a:extLst>
          </p:cNvPr>
          <p:cNvSpPr txBox="1"/>
          <p:nvPr/>
        </p:nvSpPr>
        <p:spPr>
          <a:xfrm>
            <a:off x="6793529" y="2361433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258AD0-19D9-FC56-D975-1B5960353469}"/>
              </a:ext>
            </a:extLst>
          </p:cNvPr>
          <p:cNvSpPr txBox="1"/>
          <p:nvPr/>
        </p:nvSpPr>
        <p:spPr>
          <a:xfrm>
            <a:off x="6793529" y="2853804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0D681C-2B24-1DAE-2ECC-0DA0AFEE5AD2}"/>
              </a:ext>
            </a:extLst>
          </p:cNvPr>
          <p:cNvSpPr txBox="1"/>
          <p:nvPr/>
        </p:nvSpPr>
        <p:spPr>
          <a:xfrm>
            <a:off x="6793529" y="3337379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6F69CE-3049-C4A4-44E2-D66F745345F7}"/>
              </a:ext>
            </a:extLst>
          </p:cNvPr>
          <p:cNvSpPr txBox="1"/>
          <p:nvPr/>
        </p:nvSpPr>
        <p:spPr>
          <a:xfrm>
            <a:off x="6793529" y="382095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D257DA-B529-BE56-4DB5-3AE4C28C6E8D}"/>
              </a:ext>
            </a:extLst>
          </p:cNvPr>
          <p:cNvSpPr txBox="1"/>
          <p:nvPr/>
        </p:nvSpPr>
        <p:spPr>
          <a:xfrm>
            <a:off x="6793529" y="4278155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7DDCFA-836A-E129-04F9-7692090EEFA5}"/>
              </a:ext>
            </a:extLst>
          </p:cNvPr>
          <p:cNvSpPr txBox="1"/>
          <p:nvPr/>
        </p:nvSpPr>
        <p:spPr>
          <a:xfrm>
            <a:off x="6793529" y="475293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1F78789-B412-DF50-B9DA-AAF9468278A1}"/>
              </a:ext>
            </a:extLst>
          </p:cNvPr>
          <p:cNvSpPr txBox="1"/>
          <p:nvPr/>
        </p:nvSpPr>
        <p:spPr>
          <a:xfrm>
            <a:off x="6793529" y="971170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214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选择排序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6049110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6049110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6049110" y="4633542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6049110" y="2734405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6049110" y="3209189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6049110" y="3683973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6049110" y="4158757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6049110" y="225962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6049110" y="834185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4848957" y="1011117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A23625-514A-BD1B-8B17-E184DB03F234}"/>
              </a:ext>
            </a:extLst>
          </p:cNvPr>
          <p:cNvSpPr txBox="1"/>
          <p:nvPr/>
        </p:nvSpPr>
        <p:spPr>
          <a:xfrm>
            <a:off x="3130318" y="936355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min_index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= 3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7E6D35-0179-85EA-DA20-7F256944C7FE}"/>
              </a:ext>
            </a:extLst>
          </p:cNvPr>
          <p:cNvSpPr txBox="1"/>
          <p:nvPr/>
        </p:nvSpPr>
        <p:spPr>
          <a:xfrm>
            <a:off x="6793529" y="1429451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D1E8B2-7C0D-046C-E195-19BA07BE67F3}"/>
              </a:ext>
            </a:extLst>
          </p:cNvPr>
          <p:cNvSpPr txBox="1"/>
          <p:nvPr/>
        </p:nvSpPr>
        <p:spPr>
          <a:xfrm>
            <a:off x="6793529" y="1877857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E4C07C2-C90A-82DC-4519-33574799831B}"/>
              </a:ext>
            </a:extLst>
          </p:cNvPr>
          <p:cNvSpPr txBox="1"/>
          <p:nvPr/>
        </p:nvSpPr>
        <p:spPr>
          <a:xfrm>
            <a:off x="6793529" y="2361433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258AD0-19D9-FC56-D975-1B5960353469}"/>
              </a:ext>
            </a:extLst>
          </p:cNvPr>
          <p:cNvSpPr txBox="1"/>
          <p:nvPr/>
        </p:nvSpPr>
        <p:spPr>
          <a:xfrm>
            <a:off x="6793529" y="2853804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0D681C-2B24-1DAE-2ECC-0DA0AFEE5AD2}"/>
              </a:ext>
            </a:extLst>
          </p:cNvPr>
          <p:cNvSpPr txBox="1"/>
          <p:nvPr/>
        </p:nvSpPr>
        <p:spPr>
          <a:xfrm>
            <a:off x="6793529" y="3337379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6F69CE-3049-C4A4-44E2-D66F745345F7}"/>
              </a:ext>
            </a:extLst>
          </p:cNvPr>
          <p:cNvSpPr txBox="1"/>
          <p:nvPr/>
        </p:nvSpPr>
        <p:spPr>
          <a:xfrm>
            <a:off x="6793529" y="382095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D257DA-B529-BE56-4DB5-3AE4C28C6E8D}"/>
              </a:ext>
            </a:extLst>
          </p:cNvPr>
          <p:cNvSpPr txBox="1"/>
          <p:nvPr/>
        </p:nvSpPr>
        <p:spPr>
          <a:xfrm>
            <a:off x="6793529" y="4278155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7DDCFA-836A-E129-04F9-7692090EEFA5}"/>
              </a:ext>
            </a:extLst>
          </p:cNvPr>
          <p:cNvSpPr txBox="1"/>
          <p:nvPr/>
        </p:nvSpPr>
        <p:spPr>
          <a:xfrm>
            <a:off x="6793529" y="475293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1F78789-B412-DF50-B9DA-AAF9468278A1}"/>
              </a:ext>
            </a:extLst>
          </p:cNvPr>
          <p:cNvSpPr txBox="1"/>
          <p:nvPr/>
        </p:nvSpPr>
        <p:spPr>
          <a:xfrm>
            <a:off x="6793529" y="971170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7043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选择排序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6049110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6049110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6049110" y="4633542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6049110" y="2734405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6049110" y="4158761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6049110" y="3683973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6049110" y="3209190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6049110" y="225962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6049110" y="834185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4848957" y="1011117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A23625-514A-BD1B-8B17-E184DB03F234}"/>
              </a:ext>
            </a:extLst>
          </p:cNvPr>
          <p:cNvSpPr txBox="1"/>
          <p:nvPr/>
        </p:nvSpPr>
        <p:spPr>
          <a:xfrm>
            <a:off x="3130318" y="936355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min_index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= 3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7E6D35-0179-85EA-DA20-7F256944C7FE}"/>
              </a:ext>
            </a:extLst>
          </p:cNvPr>
          <p:cNvSpPr txBox="1"/>
          <p:nvPr/>
        </p:nvSpPr>
        <p:spPr>
          <a:xfrm>
            <a:off x="6793529" y="1429451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D1E8B2-7C0D-046C-E195-19BA07BE67F3}"/>
              </a:ext>
            </a:extLst>
          </p:cNvPr>
          <p:cNvSpPr txBox="1"/>
          <p:nvPr/>
        </p:nvSpPr>
        <p:spPr>
          <a:xfrm>
            <a:off x="6793529" y="1877857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E4C07C2-C90A-82DC-4519-33574799831B}"/>
              </a:ext>
            </a:extLst>
          </p:cNvPr>
          <p:cNvSpPr txBox="1"/>
          <p:nvPr/>
        </p:nvSpPr>
        <p:spPr>
          <a:xfrm>
            <a:off x="6793529" y="2361433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258AD0-19D9-FC56-D975-1B5960353469}"/>
              </a:ext>
            </a:extLst>
          </p:cNvPr>
          <p:cNvSpPr txBox="1"/>
          <p:nvPr/>
        </p:nvSpPr>
        <p:spPr>
          <a:xfrm>
            <a:off x="6793529" y="2853804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0D681C-2B24-1DAE-2ECC-0DA0AFEE5AD2}"/>
              </a:ext>
            </a:extLst>
          </p:cNvPr>
          <p:cNvSpPr txBox="1"/>
          <p:nvPr/>
        </p:nvSpPr>
        <p:spPr>
          <a:xfrm>
            <a:off x="6793529" y="3337379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6F69CE-3049-C4A4-44E2-D66F745345F7}"/>
              </a:ext>
            </a:extLst>
          </p:cNvPr>
          <p:cNvSpPr txBox="1"/>
          <p:nvPr/>
        </p:nvSpPr>
        <p:spPr>
          <a:xfrm>
            <a:off x="6793529" y="382095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D257DA-B529-BE56-4DB5-3AE4C28C6E8D}"/>
              </a:ext>
            </a:extLst>
          </p:cNvPr>
          <p:cNvSpPr txBox="1"/>
          <p:nvPr/>
        </p:nvSpPr>
        <p:spPr>
          <a:xfrm>
            <a:off x="6793529" y="4278155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7DDCFA-836A-E129-04F9-7692090EEFA5}"/>
              </a:ext>
            </a:extLst>
          </p:cNvPr>
          <p:cNvSpPr txBox="1"/>
          <p:nvPr/>
        </p:nvSpPr>
        <p:spPr>
          <a:xfrm>
            <a:off x="6793529" y="475293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1F78789-B412-DF50-B9DA-AAF9468278A1}"/>
              </a:ext>
            </a:extLst>
          </p:cNvPr>
          <p:cNvSpPr txBox="1"/>
          <p:nvPr/>
        </p:nvSpPr>
        <p:spPr>
          <a:xfrm>
            <a:off x="6793529" y="971170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7203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选择排序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6049110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6049110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6049110" y="4633542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6049110" y="2734405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6049110" y="4158761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6049110" y="3683973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6049110" y="3209190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6049110" y="225962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6049110" y="834185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4848957" y="3798274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A23625-514A-BD1B-8B17-E184DB03F234}"/>
              </a:ext>
            </a:extLst>
          </p:cNvPr>
          <p:cNvSpPr txBox="1"/>
          <p:nvPr/>
        </p:nvSpPr>
        <p:spPr>
          <a:xfrm>
            <a:off x="3130318" y="3723512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min_index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= 2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7E6D35-0179-85EA-DA20-7F256944C7FE}"/>
              </a:ext>
            </a:extLst>
          </p:cNvPr>
          <p:cNvSpPr txBox="1"/>
          <p:nvPr/>
        </p:nvSpPr>
        <p:spPr>
          <a:xfrm>
            <a:off x="6793529" y="1429451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D1E8B2-7C0D-046C-E195-19BA07BE67F3}"/>
              </a:ext>
            </a:extLst>
          </p:cNvPr>
          <p:cNvSpPr txBox="1"/>
          <p:nvPr/>
        </p:nvSpPr>
        <p:spPr>
          <a:xfrm>
            <a:off x="6793529" y="1877857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E4C07C2-C90A-82DC-4519-33574799831B}"/>
              </a:ext>
            </a:extLst>
          </p:cNvPr>
          <p:cNvSpPr txBox="1"/>
          <p:nvPr/>
        </p:nvSpPr>
        <p:spPr>
          <a:xfrm>
            <a:off x="6793529" y="2361433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258AD0-19D9-FC56-D975-1B5960353469}"/>
              </a:ext>
            </a:extLst>
          </p:cNvPr>
          <p:cNvSpPr txBox="1"/>
          <p:nvPr/>
        </p:nvSpPr>
        <p:spPr>
          <a:xfrm>
            <a:off x="6793529" y="2853804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0D681C-2B24-1DAE-2ECC-0DA0AFEE5AD2}"/>
              </a:ext>
            </a:extLst>
          </p:cNvPr>
          <p:cNvSpPr txBox="1"/>
          <p:nvPr/>
        </p:nvSpPr>
        <p:spPr>
          <a:xfrm>
            <a:off x="6793529" y="3337379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6F69CE-3049-C4A4-44E2-D66F745345F7}"/>
              </a:ext>
            </a:extLst>
          </p:cNvPr>
          <p:cNvSpPr txBox="1"/>
          <p:nvPr/>
        </p:nvSpPr>
        <p:spPr>
          <a:xfrm>
            <a:off x="6793529" y="382095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D257DA-B529-BE56-4DB5-3AE4C28C6E8D}"/>
              </a:ext>
            </a:extLst>
          </p:cNvPr>
          <p:cNvSpPr txBox="1"/>
          <p:nvPr/>
        </p:nvSpPr>
        <p:spPr>
          <a:xfrm>
            <a:off x="6793529" y="4278155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7DDCFA-836A-E129-04F9-7692090EEFA5}"/>
              </a:ext>
            </a:extLst>
          </p:cNvPr>
          <p:cNvSpPr txBox="1"/>
          <p:nvPr/>
        </p:nvSpPr>
        <p:spPr>
          <a:xfrm>
            <a:off x="6793529" y="475293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1F78789-B412-DF50-B9DA-AAF9468278A1}"/>
              </a:ext>
            </a:extLst>
          </p:cNvPr>
          <p:cNvSpPr txBox="1"/>
          <p:nvPr/>
        </p:nvSpPr>
        <p:spPr>
          <a:xfrm>
            <a:off x="6793529" y="971170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5639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选择排序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6049110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6049110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6049110" y="4633542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6049110" y="2734405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6049110" y="4158761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6049110" y="3683973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6049110" y="3209190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6049110" y="225962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6049110" y="834185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4848957" y="3305903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A23625-514A-BD1B-8B17-E184DB03F234}"/>
              </a:ext>
            </a:extLst>
          </p:cNvPr>
          <p:cNvSpPr txBox="1"/>
          <p:nvPr/>
        </p:nvSpPr>
        <p:spPr>
          <a:xfrm>
            <a:off x="3130318" y="3231141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min_index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= 3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7E6D35-0179-85EA-DA20-7F256944C7FE}"/>
              </a:ext>
            </a:extLst>
          </p:cNvPr>
          <p:cNvSpPr txBox="1"/>
          <p:nvPr/>
        </p:nvSpPr>
        <p:spPr>
          <a:xfrm>
            <a:off x="6793529" y="1429451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D1E8B2-7C0D-046C-E195-19BA07BE67F3}"/>
              </a:ext>
            </a:extLst>
          </p:cNvPr>
          <p:cNvSpPr txBox="1"/>
          <p:nvPr/>
        </p:nvSpPr>
        <p:spPr>
          <a:xfrm>
            <a:off x="6793529" y="1877857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E4C07C2-C90A-82DC-4519-33574799831B}"/>
              </a:ext>
            </a:extLst>
          </p:cNvPr>
          <p:cNvSpPr txBox="1"/>
          <p:nvPr/>
        </p:nvSpPr>
        <p:spPr>
          <a:xfrm>
            <a:off x="6793529" y="2361433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258AD0-19D9-FC56-D975-1B5960353469}"/>
              </a:ext>
            </a:extLst>
          </p:cNvPr>
          <p:cNvSpPr txBox="1"/>
          <p:nvPr/>
        </p:nvSpPr>
        <p:spPr>
          <a:xfrm>
            <a:off x="6793529" y="2853804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0D681C-2B24-1DAE-2ECC-0DA0AFEE5AD2}"/>
              </a:ext>
            </a:extLst>
          </p:cNvPr>
          <p:cNvSpPr txBox="1"/>
          <p:nvPr/>
        </p:nvSpPr>
        <p:spPr>
          <a:xfrm>
            <a:off x="6793529" y="3337379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6F69CE-3049-C4A4-44E2-D66F745345F7}"/>
              </a:ext>
            </a:extLst>
          </p:cNvPr>
          <p:cNvSpPr txBox="1"/>
          <p:nvPr/>
        </p:nvSpPr>
        <p:spPr>
          <a:xfrm>
            <a:off x="6793529" y="382095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D257DA-B529-BE56-4DB5-3AE4C28C6E8D}"/>
              </a:ext>
            </a:extLst>
          </p:cNvPr>
          <p:cNvSpPr txBox="1"/>
          <p:nvPr/>
        </p:nvSpPr>
        <p:spPr>
          <a:xfrm>
            <a:off x="6793529" y="4278155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7DDCFA-836A-E129-04F9-7692090EEFA5}"/>
              </a:ext>
            </a:extLst>
          </p:cNvPr>
          <p:cNvSpPr txBox="1"/>
          <p:nvPr/>
        </p:nvSpPr>
        <p:spPr>
          <a:xfrm>
            <a:off x="6793529" y="475293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1F78789-B412-DF50-B9DA-AAF9468278A1}"/>
              </a:ext>
            </a:extLst>
          </p:cNvPr>
          <p:cNvSpPr txBox="1"/>
          <p:nvPr/>
        </p:nvSpPr>
        <p:spPr>
          <a:xfrm>
            <a:off x="6793529" y="971170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5963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选择排序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6049110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6049110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6049110" y="4633542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6049110" y="2734405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6049110" y="4158761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6049110" y="3683973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6049110" y="3209190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6049110" y="225962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6049110" y="834185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4848957" y="2883873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A23625-514A-BD1B-8B17-E184DB03F234}"/>
              </a:ext>
            </a:extLst>
          </p:cNvPr>
          <p:cNvSpPr txBox="1"/>
          <p:nvPr/>
        </p:nvSpPr>
        <p:spPr>
          <a:xfrm>
            <a:off x="3130318" y="2809111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min_index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= 4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7E6D35-0179-85EA-DA20-7F256944C7FE}"/>
              </a:ext>
            </a:extLst>
          </p:cNvPr>
          <p:cNvSpPr txBox="1"/>
          <p:nvPr/>
        </p:nvSpPr>
        <p:spPr>
          <a:xfrm>
            <a:off x="6793529" y="1429451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D1E8B2-7C0D-046C-E195-19BA07BE67F3}"/>
              </a:ext>
            </a:extLst>
          </p:cNvPr>
          <p:cNvSpPr txBox="1"/>
          <p:nvPr/>
        </p:nvSpPr>
        <p:spPr>
          <a:xfrm>
            <a:off x="6793529" y="1877857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E4C07C2-C90A-82DC-4519-33574799831B}"/>
              </a:ext>
            </a:extLst>
          </p:cNvPr>
          <p:cNvSpPr txBox="1"/>
          <p:nvPr/>
        </p:nvSpPr>
        <p:spPr>
          <a:xfrm>
            <a:off x="6793529" y="2361433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258AD0-19D9-FC56-D975-1B5960353469}"/>
              </a:ext>
            </a:extLst>
          </p:cNvPr>
          <p:cNvSpPr txBox="1"/>
          <p:nvPr/>
        </p:nvSpPr>
        <p:spPr>
          <a:xfrm>
            <a:off x="6793529" y="2853804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0D681C-2B24-1DAE-2ECC-0DA0AFEE5AD2}"/>
              </a:ext>
            </a:extLst>
          </p:cNvPr>
          <p:cNvSpPr txBox="1"/>
          <p:nvPr/>
        </p:nvSpPr>
        <p:spPr>
          <a:xfrm>
            <a:off x="6793529" y="3337379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6F69CE-3049-C4A4-44E2-D66F745345F7}"/>
              </a:ext>
            </a:extLst>
          </p:cNvPr>
          <p:cNvSpPr txBox="1"/>
          <p:nvPr/>
        </p:nvSpPr>
        <p:spPr>
          <a:xfrm>
            <a:off x="6793529" y="382095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D257DA-B529-BE56-4DB5-3AE4C28C6E8D}"/>
              </a:ext>
            </a:extLst>
          </p:cNvPr>
          <p:cNvSpPr txBox="1"/>
          <p:nvPr/>
        </p:nvSpPr>
        <p:spPr>
          <a:xfrm>
            <a:off x="6793529" y="4278155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7DDCFA-836A-E129-04F9-7692090EEFA5}"/>
              </a:ext>
            </a:extLst>
          </p:cNvPr>
          <p:cNvSpPr txBox="1"/>
          <p:nvPr/>
        </p:nvSpPr>
        <p:spPr>
          <a:xfrm>
            <a:off x="6793529" y="475293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1F78789-B412-DF50-B9DA-AAF9468278A1}"/>
              </a:ext>
            </a:extLst>
          </p:cNvPr>
          <p:cNvSpPr txBox="1"/>
          <p:nvPr/>
        </p:nvSpPr>
        <p:spPr>
          <a:xfrm>
            <a:off x="6793529" y="971170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34846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选择排序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6049110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6049110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6049110" y="4633542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6049110" y="2734405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6049110" y="4158761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6049110" y="3683973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6049110" y="3209190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6049110" y="225962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6049110" y="834185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4848957" y="1011114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A23625-514A-BD1B-8B17-E184DB03F234}"/>
              </a:ext>
            </a:extLst>
          </p:cNvPr>
          <p:cNvSpPr txBox="1"/>
          <p:nvPr/>
        </p:nvSpPr>
        <p:spPr>
          <a:xfrm>
            <a:off x="3130318" y="936352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min_index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= 4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7E6D35-0179-85EA-DA20-7F256944C7FE}"/>
              </a:ext>
            </a:extLst>
          </p:cNvPr>
          <p:cNvSpPr txBox="1"/>
          <p:nvPr/>
        </p:nvSpPr>
        <p:spPr>
          <a:xfrm>
            <a:off x="6793529" y="1429451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D1E8B2-7C0D-046C-E195-19BA07BE67F3}"/>
              </a:ext>
            </a:extLst>
          </p:cNvPr>
          <p:cNvSpPr txBox="1"/>
          <p:nvPr/>
        </p:nvSpPr>
        <p:spPr>
          <a:xfrm>
            <a:off x="6793529" y="1877857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E4C07C2-C90A-82DC-4519-33574799831B}"/>
              </a:ext>
            </a:extLst>
          </p:cNvPr>
          <p:cNvSpPr txBox="1"/>
          <p:nvPr/>
        </p:nvSpPr>
        <p:spPr>
          <a:xfrm>
            <a:off x="6793529" y="2361433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258AD0-19D9-FC56-D975-1B5960353469}"/>
              </a:ext>
            </a:extLst>
          </p:cNvPr>
          <p:cNvSpPr txBox="1"/>
          <p:nvPr/>
        </p:nvSpPr>
        <p:spPr>
          <a:xfrm>
            <a:off x="6793529" y="2853804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0D681C-2B24-1DAE-2ECC-0DA0AFEE5AD2}"/>
              </a:ext>
            </a:extLst>
          </p:cNvPr>
          <p:cNvSpPr txBox="1"/>
          <p:nvPr/>
        </p:nvSpPr>
        <p:spPr>
          <a:xfrm>
            <a:off x="6793529" y="3337379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6F69CE-3049-C4A4-44E2-D66F745345F7}"/>
              </a:ext>
            </a:extLst>
          </p:cNvPr>
          <p:cNvSpPr txBox="1"/>
          <p:nvPr/>
        </p:nvSpPr>
        <p:spPr>
          <a:xfrm>
            <a:off x="6793529" y="382095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D257DA-B529-BE56-4DB5-3AE4C28C6E8D}"/>
              </a:ext>
            </a:extLst>
          </p:cNvPr>
          <p:cNvSpPr txBox="1"/>
          <p:nvPr/>
        </p:nvSpPr>
        <p:spPr>
          <a:xfrm>
            <a:off x="6793529" y="4278155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7DDCFA-836A-E129-04F9-7692090EEFA5}"/>
              </a:ext>
            </a:extLst>
          </p:cNvPr>
          <p:cNvSpPr txBox="1"/>
          <p:nvPr/>
        </p:nvSpPr>
        <p:spPr>
          <a:xfrm>
            <a:off x="6793529" y="475293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1F78789-B412-DF50-B9DA-AAF9468278A1}"/>
              </a:ext>
            </a:extLst>
          </p:cNvPr>
          <p:cNvSpPr txBox="1"/>
          <p:nvPr/>
        </p:nvSpPr>
        <p:spPr>
          <a:xfrm>
            <a:off x="6793529" y="971170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5084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选择排序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6049110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6049110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6049110" y="4633542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6049112" y="3683972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6049110" y="4158761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6049110" y="2734405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6049110" y="3209190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6049110" y="225962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6049110" y="834185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4848957" y="1011114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A23625-514A-BD1B-8B17-E184DB03F234}"/>
              </a:ext>
            </a:extLst>
          </p:cNvPr>
          <p:cNvSpPr txBox="1"/>
          <p:nvPr/>
        </p:nvSpPr>
        <p:spPr>
          <a:xfrm>
            <a:off x="3130318" y="936352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min_index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= 4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7E6D35-0179-85EA-DA20-7F256944C7FE}"/>
              </a:ext>
            </a:extLst>
          </p:cNvPr>
          <p:cNvSpPr txBox="1"/>
          <p:nvPr/>
        </p:nvSpPr>
        <p:spPr>
          <a:xfrm>
            <a:off x="6793529" y="1429451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D1E8B2-7C0D-046C-E195-19BA07BE67F3}"/>
              </a:ext>
            </a:extLst>
          </p:cNvPr>
          <p:cNvSpPr txBox="1"/>
          <p:nvPr/>
        </p:nvSpPr>
        <p:spPr>
          <a:xfrm>
            <a:off x="6793529" y="1877857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E4C07C2-C90A-82DC-4519-33574799831B}"/>
              </a:ext>
            </a:extLst>
          </p:cNvPr>
          <p:cNvSpPr txBox="1"/>
          <p:nvPr/>
        </p:nvSpPr>
        <p:spPr>
          <a:xfrm>
            <a:off x="6793529" y="2361433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258AD0-19D9-FC56-D975-1B5960353469}"/>
              </a:ext>
            </a:extLst>
          </p:cNvPr>
          <p:cNvSpPr txBox="1"/>
          <p:nvPr/>
        </p:nvSpPr>
        <p:spPr>
          <a:xfrm>
            <a:off x="6793529" y="2853804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0D681C-2B24-1DAE-2ECC-0DA0AFEE5AD2}"/>
              </a:ext>
            </a:extLst>
          </p:cNvPr>
          <p:cNvSpPr txBox="1"/>
          <p:nvPr/>
        </p:nvSpPr>
        <p:spPr>
          <a:xfrm>
            <a:off x="6793529" y="3337379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6F69CE-3049-C4A4-44E2-D66F745345F7}"/>
              </a:ext>
            </a:extLst>
          </p:cNvPr>
          <p:cNvSpPr txBox="1"/>
          <p:nvPr/>
        </p:nvSpPr>
        <p:spPr>
          <a:xfrm>
            <a:off x="6793529" y="382095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D257DA-B529-BE56-4DB5-3AE4C28C6E8D}"/>
              </a:ext>
            </a:extLst>
          </p:cNvPr>
          <p:cNvSpPr txBox="1"/>
          <p:nvPr/>
        </p:nvSpPr>
        <p:spPr>
          <a:xfrm>
            <a:off x="6793529" y="4278155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7DDCFA-836A-E129-04F9-7692090EEFA5}"/>
              </a:ext>
            </a:extLst>
          </p:cNvPr>
          <p:cNvSpPr txBox="1"/>
          <p:nvPr/>
        </p:nvSpPr>
        <p:spPr>
          <a:xfrm>
            <a:off x="6793529" y="475293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1F78789-B412-DF50-B9DA-AAF9468278A1}"/>
              </a:ext>
            </a:extLst>
          </p:cNvPr>
          <p:cNvSpPr txBox="1"/>
          <p:nvPr/>
        </p:nvSpPr>
        <p:spPr>
          <a:xfrm>
            <a:off x="6793529" y="971170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0459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选择排序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6049110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6049110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6049110" y="4633542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6049112" y="3683972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6049110" y="4158761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6049110" y="2734405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6049110" y="3209190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6049110" y="225962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6049110" y="834185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4848957" y="3314693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A23625-514A-BD1B-8B17-E184DB03F234}"/>
              </a:ext>
            </a:extLst>
          </p:cNvPr>
          <p:cNvSpPr txBox="1"/>
          <p:nvPr/>
        </p:nvSpPr>
        <p:spPr>
          <a:xfrm>
            <a:off x="3130318" y="3239931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min_index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= 3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7E6D35-0179-85EA-DA20-7F256944C7FE}"/>
              </a:ext>
            </a:extLst>
          </p:cNvPr>
          <p:cNvSpPr txBox="1"/>
          <p:nvPr/>
        </p:nvSpPr>
        <p:spPr>
          <a:xfrm>
            <a:off x="6793529" y="1429451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D1E8B2-7C0D-046C-E195-19BA07BE67F3}"/>
              </a:ext>
            </a:extLst>
          </p:cNvPr>
          <p:cNvSpPr txBox="1"/>
          <p:nvPr/>
        </p:nvSpPr>
        <p:spPr>
          <a:xfrm>
            <a:off x="6793529" y="1877857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E4C07C2-C90A-82DC-4519-33574799831B}"/>
              </a:ext>
            </a:extLst>
          </p:cNvPr>
          <p:cNvSpPr txBox="1"/>
          <p:nvPr/>
        </p:nvSpPr>
        <p:spPr>
          <a:xfrm>
            <a:off x="6793529" y="2361433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258AD0-19D9-FC56-D975-1B5960353469}"/>
              </a:ext>
            </a:extLst>
          </p:cNvPr>
          <p:cNvSpPr txBox="1"/>
          <p:nvPr/>
        </p:nvSpPr>
        <p:spPr>
          <a:xfrm>
            <a:off x="6793529" y="2853804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0D681C-2B24-1DAE-2ECC-0DA0AFEE5AD2}"/>
              </a:ext>
            </a:extLst>
          </p:cNvPr>
          <p:cNvSpPr txBox="1"/>
          <p:nvPr/>
        </p:nvSpPr>
        <p:spPr>
          <a:xfrm>
            <a:off x="6793529" y="3337379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6F69CE-3049-C4A4-44E2-D66F745345F7}"/>
              </a:ext>
            </a:extLst>
          </p:cNvPr>
          <p:cNvSpPr txBox="1"/>
          <p:nvPr/>
        </p:nvSpPr>
        <p:spPr>
          <a:xfrm>
            <a:off x="6793529" y="382095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D257DA-B529-BE56-4DB5-3AE4C28C6E8D}"/>
              </a:ext>
            </a:extLst>
          </p:cNvPr>
          <p:cNvSpPr txBox="1"/>
          <p:nvPr/>
        </p:nvSpPr>
        <p:spPr>
          <a:xfrm>
            <a:off x="6793529" y="4278155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7DDCFA-836A-E129-04F9-7692090EEFA5}"/>
              </a:ext>
            </a:extLst>
          </p:cNvPr>
          <p:cNvSpPr txBox="1"/>
          <p:nvPr/>
        </p:nvSpPr>
        <p:spPr>
          <a:xfrm>
            <a:off x="6793529" y="475293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1F78789-B412-DF50-B9DA-AAF9468278A1}"/>
              </a:ext>
            </a:extLst>
          </p:cNvPr>
          <p:cNvSpPr txBox="1"/>
          <p:nvPr/>
        </p:nvSpPr>
        <p:spPr>
          <a:xfrm>
            <a:off x="6793529" y="971170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7464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选择排序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6049110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6049110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6049110" y="4633542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6049112" y="3683972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6049110" y="4158761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6049110" y="2734405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6049110" y="3209190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6049110" y="225962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6049110" y="834185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4848957" y="2883870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A23625-514A-BD1B-8B17-E184DB03F234}"/>
              </a:ext>
            </a:extLst>
          </p:cNvPr>
          <p:cNvSpPr txBox="1"/>
          <p:nvPr/>
        </p:nvSpPr>
        <p:spPr>
          <a:xfrm>
            <a:off x="3130318" y="2809108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min_index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= 3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7E6D35-0179-85EA-DA20-7F256944C7FE}"/>
              </a:ext>
            </a:extLst>
          </p:cNvPr>
          <p:cNvSpPr txBox="1"/>
          <p:nvPr/>
        </p:nvSpPr>
        <p:spPr>
          <a:xfrm>
            <a:off x="6793529" y="1429451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D1E8B2-7C0D-046C-E195-19BA07BE67F3}"/>
              </a:ext>
            </a:extLst>
          </p:cNvPr>
          <p:cNvSpPr txBox="1"/>
          <p:nvPr/>
        </p:nvSpPr>
        <p:spPr>
          <a:xfrm>
            <a:off x="6793529" y="1877857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E4C07C2-C90A-82DC-4519-33574799831B}"/>
              </a:ext>
            </a:extLst>
          </p:cNvPr>
          <p:cNvSpPr txBox="1"/>
          <p:nvPr/>
        </p:nvSpPr>
        <p:spPr>
          <a:xfrm>
            <a:off x="6793529" y="2361433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258AD0-19D9-FC56-D975-1B5960353469}"/>
              </a:ext>
            </a:extLst>
          </p:cNvPr>
          <p:cNvSpPr txBox="1"/>
          <p:nvPr/>
        </p:nvSpPr>
        <p:spPr>
          <a:xfrm>
            <a:off x="6793529" y="2853804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0D681C-2B24-1DAE-2ECC-0DA0AFEE5AD2}"/>
              </a:ext>
            </a:extLst>
          </p:cNvPr>
          <p:cNvSpPr txBox="1"/>
          <p:nvPr/>
        </p:nvSpPr>
        <p:spPr>
          <a:xfrm>
            <a:off x="6793529" y="3337379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6F69CE-3049-C4A4-44E2-D66F745345F7}"/>
              </a:ext>
            </a:extLst>
          </p:cNvPr>
          <p:cNvSpPr txBox="1"/>
          <p:nvPr/>
        </p:nvSpPr>
        <p:spPr>
          <a:xfrm>
            <a:off x="6793529" y="382095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D257DA-B529-BE56-4DB5-3AE4C28C6E8D}"/>
              </a:ext>
            </a:extLst>
          </p:cNvPr>
          <p:cNvSpPr txBox="1"/>
          <p:nvPr/>
        </p:nvSpPr>
        <p:spPr>
          <a:xfrm>
            <a:off x="6793529" y="4278155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7DDCFA-836A-E129-04F9-7692090EEFA5}"/>
              </a:ext>
            </a:extLst>
          </p:cNvPr>
          <p:cNvSpPr txBox="1"/>
          <p:nvPr/>
        </p:nvSpPr>
        <p:spPr>
          <a:xfrm>
            <a:off x="6793529" y="475293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1F78789-B412-DF50-B9DA-AAF9468278A1}"/>
              </a:ext>
            </a:extLst>
          </p:cNvPr>
          <p:cNvSpPr txBox="1"/>
          <p:nvPr/>
        </p:nvSpPr>
        <p:spPr>
          <a:xfrm>
            <a:off x="6793529" y="971170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3277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选择排序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6049110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6049110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6049110" y="4633542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6049112" y="3683972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6049110" y="4158761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6049110" y="2734405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6049110" y="3209190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6049110" y="225962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6049110" y="834185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4848957" y="1028695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A23625-514A-BD1B-8B17-E184DB03F234}"/>
              </a:ext>
            </a:extLst>
          </p:cNvPr>
          <p:cNvSpPr txBox="1"/>
          <p:nvPr/>
        </p:nvSpPr>
        <p:spPr>
          <a:xfrm>
            <a:off x="3130318" y="953933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min_index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= 8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7E6D35-0179-85EA-DA20-7F256944C7FE}"/>
              </a:ext>
            </a:extLst>
          </p:cNvPr>
          <p:cNvSpPr txBox="1"/>
          <p:nvPr/>
        </p:nvSpPr>
        <p:spPr>
          <a:xfrm>
            <a:off x="6793529" y="1429451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D1E8B2-7C0D-046C-E195-19BA07BE67F3}"/>
              </a:ext>
            </a:extLst>
          </p:cNvPr>
          <p:cNvSpPr txBox="1"/>
          <p:nvPr/>
        </p:nvSpPr>
        <p:spPr>
          <a:xfrm>
            <a:off x="6793529" y="1877857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E4C07C2-C90A-82DC-4519-33574799831B}"/>
              </a:ext>
            </a:extLst>
          </p:cNvPr>
          <p:cNvSpPr txBox="1"/>
          <p:nvPr/>
        </p:nvSpPr>
        <p:spPr>
          <a:xfrm>
            <a:off x="6793529" y="2361433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258AD0-19D9-FC56-D975-1B5960353469}"/>
              </a:ext>
            </a:extLst>
          </p:cNvPr>
          <p:cNvSpPr txBox="1"/>
          <p:nvPr/>
        </p:nvSpPr>
        <p:spPr>
          <a:xfrm>
            <a:off x="6793529" y="2853804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0D681C-2B24-1DAE-2ECC-0DA0AFEE5AD2}"/>
              </a:ext>
            </a:extLst>
          </p:cNvPr>
          <p:cNvSpPr txBox="1"/>
          <p:nvPr/>
        </p:nvSpPr>
        <p:spPr>
          <a:xfrm>
            <a:off x="6793529" y="3337379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6F69CE-3049-C4A4-44E2-D66F745345F7}"/>
              </a:ext>
            </a:extLst>
          </p:cNvPr>
          <p:cNvSpPr txBox="1"/>
          <p:nvPr/>
        </p:nvSpPr>
        <p:spPr>
          <a:xfrm>
            <a:off x="6793529" y="382095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D257DA-B529-BE56-4DB5-3AE4C28C6E8D}"/>
              </a:ext>
            </a:extLst>
          </p:cNvPr>
          <p:cNvSpPr txBox="1"/>
          <p:nvPr/>
        </p:nvSpPr>
        <p:spPr>
          <a:xfrm>
            <a:off x="6793529" y="4278155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7DDCFA-836A-E129-04F9-7692090EEFA5}"/>
              </a:ext>
            </a:extLst>
          </p:cNvPr>
          <p:cNvSpPr txBox="1"/>
          <p:nvPr/>
        </p:nvSpPr>
        <p:spPr>
          <a:xfrm>
            <a:off x="6793529" y="475293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1F78789-B412-DF50-B9DA-AAF9468278A1}"/>
              </a:ext>
            </a:extLst>
          </p:cNvPr>
          <p:cNvSpPr txBox="1"/>
          <p:nvPr/>
        </p:nvSpPr>
        <p:spPr>
          <a:xfrm>
            <a:off x="6793529" y="971170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5639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选择排序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6049110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6049110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6049110" y="4633542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6049112" y="3683972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6049110" y="4158761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6049110" y="2734405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6049110" y="835269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6049110" y="225962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6049108" y="3208107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4848957" y="1028695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A23625-514A-BD1B-8B17-E184DB03F234}"/>
              </a:ext>
            </a:extLst>
          </p:cNvPr>
          <p:cNvSpPr txBox="1"/>
          <p:nvPr/>
        </p:nvSpPr>
        <p:spPr>
          <a:xfrm>
            <a:off x="3130318" y="953933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min_index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= 8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7E6D35-0179-85EA-DA20-7F256944C7FE}"/>
              </a:ext>
            </a:extLst>
          </p:cNvPr>
          <p:cNvSpPr txBox="1"/>
          <p:nvPr/>
        </p:nvSpPr>
        <p:spPr>
          <a:xfrm>
            <a:off x="6793529" y="1429451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D1E8B2-7C0D-046C-E195-19BA07BE67F3}"/>
              </a:ext>
            </a:extLst>
          </p:cNvPr>
          <p:cNvSpPr txBox="1"/>
          <p:nvPr/>
        </p:nvSpPr>
        <p:spPr>
          <a:xfrm>
            <a:off x="6793529" y="1877857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E4C07C2-C90A-82DC-4519-33574799831B}"/>
              </a:ext>
            </a:extLst>
          </p:cNvPr>
          <p:cNvSpPr txBox="1"/>
          <p:nvPr/>
        </p:nvSpPr>
        <p:spPr>
          <a:xfrm>
            <a:off x="6793529" y="2361433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258AD0-19D9-FC56-D975-1B5960353469}"/>
              </a:ext>
            </a:extLst>
          </p:cNvPr>
          <p:cNvSpPr txBox="1"/>
          <p:nvPr/>
        </p:nvSpPr>
        <p:spPr>
          <a:xfrm>
            <a:off x="6793529" y="2853804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0D681C-2B24-1DAE-2ECC-0DA0AFEE5AD2}"/>
              </a:ext>
            </a:extLst>
          </p:cNvPr>
          <p:cNvSpPr txBox="1"/>
          <p:nvPr/>
        </p:nvSpPr>
        <p:spPr>
          <a:xfrm>
            <a:off x="6793529" y="3337379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6F69CE-3049-C4A4-44E2-D66F745345F7}"/>
              </a:ext>
            </a:extLst>
          </p:cNvPr>
          <p:cNvSpPr txBox="1"/>
          <p:nvPr/>
        </p:nvSpPr>
        <p:spPr>
          <a:xfrm>
            <a:off x="6793529" y="382095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D257DA-B529-BE56-4DB5-3AE4C28C6E8D}"/>
              </a:ext>
            </a:extLst>
          </p:cNvPr>
          <p:cNvSpPr txBox="1"/>
          <p:nvPr/>
        </p:nvSpPr>
        <p:spPr>
          <a:xfrm>
            <a:off x="6793529" y="4278155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7DDCFA-836A-E129-04F9-7692090EEFA5}"/>
              </a:ext>
            </a:extLst>
          </p:cNvPr>
          <p:cNvSpPr txBox="1"/>
          <p:nvPr/>
        </p:nvSpPr>
        <p:spPr>
          <a:xfrm>
            <a:off x="6793529" y="475293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1F78789-B412-DF50-B9DA-AAF9468278A1}"/>
              </a:ext>
            </a:extLst>
          </p:cNvPr>
          <p:cNvSpPr txBox="1"/>
          <p:nvPr/>
        </p:nvSpPr>
        <p:spPr>
          <a:xfrm>
            <a:off x="6793529" y="971170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0193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选择排序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6049110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6049110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6049110" y="4633542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6049112" y="3683972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6049110" y="4158761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6049110" y="2734405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6049110" y="835269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6049110" y="225962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6049108" y="3208107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4848957" y="2883873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A23625-514A-BD1B-8B17-E184DB03F234}"/>
              </a:ext>
            </a:extLst>
          </p:cNvPr>
          <p:cNvSpPr txBox="1"/>
          <p:nvPr/>
        </p:nvSpPr>
        <p:spPr>
          <a:xfrm>
            <a:off x="3130318" y="2809111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min_index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= 4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7E6D35-0179-85EA-DA20-7F256944C7FE}"/>
              </a:ext>
            </a:extLst>
          </p:cNvPr>
          <p:cNvSpPr txBox="1"/>
          <p:nvPr/>
        </p:nvSpPr>
        <p:spPr>
          <a:xfrm>
            <a:off x="6793529" y="1429451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D1E8B2-7C0D-046C-E195-19BA07BE67F3}"/>
              </a:ext>
            </a:extLst>
          </p:cNvPr>
          <p:cNvSpPr txBox="1"/>
          <p:nvPr/>
        </p:nvSpPr>
        <p:spPr>
          <a:xfrm>
            <a:off x="6793529" y="1877857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E4C07C2-C90A-82DC-4519-33574799831B}"/>
              </a:ext>
            </a:extLst>
          </p:cNvPr>
          <p:cNvSpPr txBox="1"/>
          <p:nvPr/>
        </p:nvSpPr>
        <p:spPr>
          <a:xfrm>
            <a:off x="6793529" y="2361433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258AD0-19D9-FC56-D975-1B5960353469}"/>
              </a:ext>
            </a:extLst>
          </p:cNvPr>
          <p:cNvSpPr txBox="1"/>
          <p:nvPr/>
        </p:nvSpPr>
        <p:spPr>
          <a:xfrm>
            <a:off x="6793529" y="2853804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0D681C-2B24-1DAE-2ECC-0DA0AFEE5AD2}"/>
              </a:ext>
            </a:extLst>
          </p:cNvPr>
          <p:cNvSpPr txBox="1"/>
          <p:nvPr/>
        </p:nvSpPr>
        <p:spPr>
          <a:xfrm>
            <a:off x="6793529" y="3337379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6F69CE-3049-C4A4-44E2-D66F745345F7}"/>
              </a:ext>
            </a:extLst>
          </p:cNvPr>
          <p:cNvSpPr txBox="1"/>
          <p:nvPr/>
        </p:nvSpPr>
        <p:spPr>
          <a:xfrm>
            <a:off x="6793529" y="382095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D257DA-B529-BE56-4DB5-3AE4C28C6E8D}"/>
              </a:ext>
            </a:extLst>
          </p:cNvPr>
          <p:cNvSpPr txBox="1"/>
          <p:nvPr/>
        </p:nvSpPr>
        <p:spPr>
          <a:xfrm>
            <a:off x="6793529" y="4278155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7DDCFA-836A-E129-04F9-7692090EEFA5}"/>
              </a:ext>
            </a:extLst>
          </p:cNvPr>
          <p:cNvSpPr txBox="1"/>
          <p:nvPr/>
        </p:nvSpPr>
        <p:spPr>
          <a:xfrm>
            <a:off x="6793529" y="475293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1F78789-B412-DF50-B9DA-AAF9468278A1}"/>
              </a:ext>
            </a:extLst>
          </p:cNvPr>
          <p:cNvSpPr txBox="1"/>
          <p:nvPr/>
        </p:nvSpPr>
        <p:spPr>
          <a:xfrm>
            <a:off x="6793529" y="971170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699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选择排序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6049110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6049110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6049110" y="4633542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6049112" y="3683972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6049110" y="4158761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6049110" y="2734405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6049110" y="835269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6049110" y="225962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6049108" y="3208107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4848957" y="2373918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A23625-514A-BD1B-8B17-E184DB03F234}"/>
              </a:ext>
            </a:extLst>
          </p:cNvPr>
          <p:cNvSpPr txBox="1"/>
          <p:nvPr/>
        </p:nvSpPr>
        <p:spPr>
          <a:xfrm>
            <a:off x="3130318" y="2299156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min_index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= 5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7E6D35-0179-85EA-DA20-7F256944C7FE}"/>
              </a:ext>
            </a:extLst>
          </p:cNvPr>
          <p:cNvSpPr txBox="1"/>
          <p:nvPr/>
        </p:nvSpPr>
        <p:spPr>
          <a:xfrm>
            <a:off x="6793529" y="1429451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D1E8B2-7C0D-046C-E195-19BA07BE67F3}"/>
              </a:ext>
            </a:extLst>
          </p:cNvPr>
          <p:cNvSpPr txBox="1"/>
          <p:nvPr/>
        </p:nvSpPr>
        <p:spPr>
          <a:xfrm>
            <a:off x="6793529" y="1877857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E4C07C2-C90A-82DC-4519-33574799831B}"/>
              </a:ext>
            </a:extLst>
          </p:cNvPr>
          <p:cNvSpPr txBox="1"/>
          <p:nvPr/>
        </p:nvSpPr>
        <p:spPr>
          <a:xfrm>
            <a:off x="6793529" y="2361433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258AD0-19D9-FC56-D975-1B5960353469}"/>
              </a:ext>
            </a:extLst>
          </p:cNvPr>
          <p:cNvSpPr txBox="1"/>
          <p:nvPr/>
        </p:nvSpPr>
        <p:spPr>
          <a:xfrm>
            <a:off x="6793529" y="2853804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0D681C-2B24-1DAE-2ECC-0DA0AFEE5AD2}"/>
              </a:ext>
            </a:extLst>
          </p:cNvPr>
          <p:cNvSpPr txBox="1"/>
          <p:nvPr/>
        </p:nvSpPr>
        <p:spPr>
          <a:xfrm>
            <a:off x="6793529" y="3337379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6F69CE-3049-C4A4-44E2-D66F745345F7}"/>
              </a:ext>
            </a:extLst>
          </p:cNvPr>
          <p:cNvSpPr txBox="1"/>
          <p:nvPr/>
        </p:nvSpPr>
        <p:spPr>
          <a:xfrm>
            <a:off x="6793529" y="382095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D257DA-B529-BE56-4DB5-3AE4C28C6E8D}"/>
              </a:ext>
            </a:extLst>
          </p:cNvPr>
          <p:cNvSpPr txBox="1"/>
          <p:nvPr/>
        </p:nvSpPr>
        <p:spPr>
          <a:xfrm>
            <a:off x="6793529" y="4278155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7DDCFA-836A-E129-04F9-7692090EEFA5}"/>
              </a:ext>
            </a:extLst>
          </p:cNvPr>
          <p:cNvSpPr txBox="1"/>
          <p:nvPr/>
        </p:nvSpPr>
        <p:spPr>
          <a:xfrm>
            <a:off x="6793529" y="475293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1F78789-B412-DF50-B9DA-AAF9468278A1}"/>
              </a:ext>
            </a:extLst>
          </p:cNvPr>
          <p:cNvSpPr txBox="1"/>
          <p:nvPr/>
        </p:nvSpPr>
        <p:spPr>
          <a:xfrm>
            <a:off x="6793529" y="971170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2044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选择排序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6049110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6049110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6049110" y="4633542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6049112" y="3683972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6049110" y="4158761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6049110" y="2734405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6049110" y="835269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6049110" y="225962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6049108" y="3208107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4848957" y="1960681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A23625-514A-BD1B-8B17-E184DB03F234}"/>
              </a:ext>
            </a:extLst>
          </p:cNvPr>
          <p:cNvSpPr txBox="1"/>
          <p:nvPr/>
        </p:nvSpPr>
        <p:spPr>
          <a:xfrm>
            <a:off x="3130318" y="1885919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min_index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= 5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7E6D35-0179-85EA-DA20-7F256944C7FE}"/>
              </a:ext>
            </a:extLst>
          </p:cNvPr>
          <p:cNvSpPr txBox="1"/>
          <p:nvPr/>
        </p:nvSpPr>
        <p:spPr>
          <a:xfrm>
            <a:off x="6793529" y="1429451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D1E8B2-7C0D-046C-E195-19BA07BE67F3}"/>
              </a:ext>
            </a:extLst>
          </p:cNvPr>
          <p:cNvSpPr txBox="1"/>
          <p:nvPr/>
        </p:nvSpPr>
        <p:spPr>
          <a:xfrm>
            <a:off x="6793529" y="1877857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E4C07C2-C90A-82DC-4519-33574799831B}"/>
              </a:ext>
            </a:extLst>
          </p:cNvPr>
          <p:cNvSpPr txBox="1"/>
          <p:nvPr/>
        </p:nvSpPr>
        <p:spPr>
          <a:xfrm>
            <a:off x="6793529" y="2361433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258AD0-19D9-FC56-D975-1B5960353469}"/>
              </a:ext>
            </a:extLst>
          </p:cNvPr>
          <p:cNvSpPr txBox="1"/>
          <p:nvPr/>
        </p:nvSpPr>
        <p:spPr>
          <a:xfrm>
            <a:off x="6793529" y="2853804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0D681C-2B24-1DAE-2ECC-0DA0AFEE5AD2}"/>
              </a:ext>
            </a:extLst>
          </p:cNvPr>
          <p:cNvSpPr txBox="1"/>
          <p:nvPr/>
        </p:nvSpPr>
        <p:spPr>
          <a:xfrm>
            <a:off x="6793529" y="3337379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6F69CE-3049-C4A4-44E2-D66F745345F7}"/>
              </a:ext>
            </a:extLst>
          </p:cNvPr>
          <p:cNvSpPr txBox="1"/>
          <p:nvPr/>
        </p:nvSpPr>
        <p:spPr>
          <a:xfrm>
            <a:off x="6793529" y="382095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D257DA-B529-BE56-4DB5-3AE4C28C6E8D}"/>
              </a:ext>
            </a:extLst>
          </p:cNvPr>
          <p:cNvSpPr txBox="1"/>
          <p:nvPr/>
        </p:nvSpPr>
        <p:spPr>
          <a:xfrm>
            <a:off x="6793529" y="4278155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7DDCFA-836A-E129-04F9-7692090EEFA5}"/>
              </a:ext>
            </a:extLst>
          </p:cNvPr>
          <p:cNvSpPr txBox="1"/>
          <p:nvPr/>
        </p:nvSpPr>
        <p:spPr>
          <a:xfrm>
            <a:off x="6793529" y="475293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1F78789-B412-DF50-B9DA-AAF9468278A1}"/>
              </a:ext>
            </a:extLst>
          </p:cNvPr>
          <p:cNvSpPr txBox="1"/>
          <p:nvPr/>
        </p:nvSpPr>
        <p:spPr>
          <a:xfrm>
            <a:off x="6793529" y="971170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1320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选择排序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6049110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6049110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6049110" y="4633542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6049112" y="3683972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6049110" y="4158761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6049110" y="2734405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6049110" y="835269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6049110" y="225962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6049108" y="3208107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4848957" y="1450726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A23625-514A-BD1B-8B17-E184DB03F234}"/>
              </a:ext>
            </a:extLst>
          </p:cNvPr>
          <p:cNvSpPr txBox="1"/>
          <p:nvPr/>
        </p:nvSpPr>
        <p:spPr>
          <a:xfrm>
            <a:off x="3130318" y="1375964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min_index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= 5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7E6D35-0179-85EA-DA20-7F256944C7FE}"/>
              </a:ext>
            </a:extLst>
          </p:cNvPr>
          <p:cNvSpPr txBox="1"/>
          <p:nvPr/>
        </p:nvSpPr>
        <p:spPr>
          <a:xfrm>
            <a:off x="6793529" y="1429451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D1E8B2-7C0D-046C-E195-19BA07BE67F3}"/>
              </a:ext>
            </a:extLst>
          </p:cNvPr>
          <p:cNvSpPr txBox="1"/>
          <p:nvPr/>
        </p:nvSpPr>
        <p:spPr>
          <a:xfrm>
            <a:off x="6793529" y="1877857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E4C07C2-C90A-82DC-4519-33574799831B}"/>
              </a:ext>
            </a:extLst>
          </p:cNvPr>
          <p:cNvSpPr txBox="1"/>
          <p:nvPr/>
        </p:nvSpPr>
        <p:spPr>
          <a:xfrm>
            <a:off x="6793529" y="2361433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258AD0-19D9-FC56-D975-1B5960353469}"/>
              </a:ext>
            </a:extLst>
          </p:cNvPr>
          <p:cNvSpPr txBox="1"/>
          <p:nvPr/>
        </p:nvSpPr>
        <p:spPr>
          <a:xfrm>
            <a:off x="6793529" y="2853804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0D681C-2B24-1DAE-2ECC-0DA0AFEE5AD2}"/>
              </a:ext>
            </a:extLst>
          </p:cNvPr>
          <p:cNvSpPr txBox="1"/>
          <p:nvPr/>
        </p:nvSpPr>
        <p:spPr>
          <a:xfrm>
            <a:off x="6793529" y="3337379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6F69CE-3049-C4A4-44E2-D66F745345F7}"/>
              </a:ext>
            </a:extLst>
          </p:cNvPr>
          <p:cNvSpPr txBox="1"/>
          <p:nvPr/>
        </p:nvSpPr>
        <p:spPr>
          <a:xfrm>
            <a:off x="6793529" y="382095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D257DA-B529-BE56-4DB5-3AE4C28C6E8D}"/>
              </a:ext>
            </a:extLst>
          </p:cNvPr>
          <p:cNvSpPr txBox="1"/>
          <p:nvPr/>
        </p:nvSpPr>
        <p:spPr>
          <a:xfrm>
            <a:off x="6793529" y="4278155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7DDCFA-836A-E129-04F9-7692090EEFA5}"/>
              </a:ext>
            </a:extLst>
          </p:cNvPr>
          <p:cNvSpPr txBox="1"/>
          <p:nvPr/>
        </p:nvSpPr>
        <p:spPr>
          <a:xfrm>
            <a:off x="6793529" y="475293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1F78789-B412-DF50-B9DA-AAF9468278A1}"/>
              </a:ext>
            </a:extLst>
          </p:cNvPr>
          <p:cNvSpPr txBox="1"/>
          <p:nvPr/>
        </p:nvSpPr>
        <p:spPr>
          <a:xfrm>
            <a:off x="6793529" y="971170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6368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选择排序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6049110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6049110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6049110" y="4633542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6049112" y="3683972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6049110" y="4158761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6049110" y="2734405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6049110" y="835269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6049110" y="225962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6049108" y="3208107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4848957" y="975945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A23625-514A-BD1B-8B17-E184DB03F234}"/>
              </a:ext>
            </a:extLst>
          </p:cNvPr>
          <p:cNvSpPr txBox="1"/>
          <p:nvPr/>
        </p:nvSpPr>
        <p:spPr>
          <a:xfrm>
            <a:off x="3130318" y="901183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min_index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= 8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7E6D35-0179-85EA-DA20-7F256944C7FE}"/>
              </a:ext>
            </a:extLst>
          </p:cNvPr>
          <p:cNvSpPr txBox="1"/>
          <p:nvPr/>
        </p:nvSpPr>
        <p:spPr>
          <a:xfrm>
            <a:off x="6793529" y="1429451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D1E8B2-7C0D-046C-E195-19BA07BE67F3}"/>
              </a:ext>
            </a:extLst>
          </p:cNvPr>
          <p:cNvSpPr txBox="1"/>
          <p:nvPr/>
        </p:nvSpPr>
        <p:spPr>
          <a:xfrm>
            <a:off x="6793529" y="1877857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E4C07C2-C90A-82DC-4519-33574799831B}"/>
              </a:ext>
            </a:extLst>
          </p:cNvPr>
          <p:cNvSpPr txBox="1"/>
          <p:nvPr/>
        </p:nvSpPr>
        <p:spPr>
          <a:xfrm>
            <a:off x="6793529" y="2361433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258AD0-19D9-FC56-D975-1B5960353469}"/>
              </a:ext>
            </a:extLst>
          </p:cNvPr>
          <p:cNvSpPr txBox="1"/>
          <p:nvPr/>
        </p:nvSpPr>
        <p:spPr>
          <a:xfrm>
            <a:off x="6793529" y="2853804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0D681C-2B24-1DAE-2ECC-0DA0AFEE5AD2}"/>
              </a:ext>
            </a:extLst>
          </p:cNvPr>
          <p:cNvSpPr txBox="1"/>
          <p:nvPr/>
        </p:nvSpPr>
        <p:spPr>
          <a:xfrm>
            <a:off x="6793529" y="3337379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6F69CE-3049-C4A4-44E2-D66F745345F7}"/>
              </a:ext>
            </a:extLst>
          </p:cNvPr>
          <p:cNvSpPr txBox="1"/>
          <p:nvPr/>
        </p:nvSpPr>
        <p:spPr>
          <a:xfrm>
            <a:off x="6793529" y="382095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D257DA-B529-BE56-4DB5-3AE4C28C6E8D}"/>
              </a:ext>
            </a:extLst>
          </p:cNvPr>
          <p:cNvSpPr txBox="1"/>
          <p:nvPr/>
        </p:nvSpPr>
        <p:spPr>
          <a:xfrm>
            <a:off x="6793529" y="4278155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7DDCFA-836A-E129-04F9-7692090EEFA5}"/>
              </a:ext>
            </a:extLst>
          </p:cNvPr>
          <p:cNvSpPr txBox="1"/>
          <p:nvPr/>
        </p:nvSpPr>
        <p:spPr>
          <a:xfrm>
            <a:off x="6793529" y="475293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1F78789-B412-DF50-B9DA-AAF9468278A1}"/>
              </a:ext>
            </a:extLst>
          </p:cNvPr>
          <p:cNvSpPr txBox="1"/>
          <p:nvPr/>
        </p:nvSpPr>
        <p:spPr>
          <a:xfrm>
            <a:off x="6793529" y="971170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90563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选择排序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6049110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6049110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6049110" y="4633542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6049112" y="3683972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6049110" y="4158761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6049110" y="835266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6049110" y="2734410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6049110" y="225962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6049108" y="3208107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4848957" y="975945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A23625-514A-BD1B-8B17-E184DB03F234}"/>
              </a:ext>
            </a:extLst>
          </p:cNvPr>
          <p:cNvSpPr txBox="1"/>
          <p:nvPr/>
        </p:nvSpPr>
        <p:spPr>
          <a:xfrm>
            <a:off x="3130318" y="901183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min_index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= 8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7E6D35-0179-85EA-DA20-7F256944C7FE}"/>
              </a:ext>
            </a:extLst>
          </p:cNvPr>
          <p:cNvSpPr txBox="1"/>
          <p:nvPr/>
        </p:nvSpPr>
        <p:spPr>
          <a:xfrm>
            <a:off x="6793529" y="1429451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D1E8B2-7C0D-046C-E195-19BA07BE67F3}"/>
              </a:ext>
            </a:extLst>
          </p:cNvPr>
          <p:cNvSpPr txBox="1"/>
          <p:nvPr/>
        </p:nvSpPr>
        <p:spPr>
          <a:xfrm>
            <a:off x="6793529" y="1877857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E4C07C2-C90A-82DC-4519-33574799831B}"/>
              </a:ext>
            </a:extLst>
          </p:cNvPr>
          <p:cNvSpPr txBox="1"/>
          <p:nvPr/>
        </p:nvSpPr>
        <p:spPr>
          <a:xfrm>
            <a:off x="6793529" y="2361433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258AD0-19D9-FC56-D975-1B5960353469}"/>
              </a:ext>
            </a:extLst>
          </p:cNvPr>
          <p:cNvSpPr txBox="1"/>
          <p:nvPr/>
        </p:nvSpPr>
        <p:spPr>
          <a:xfrm>
            <a:off x="6793529" y="2853804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0D681C-2B24-1DAE-2ECC-0DA0AFEE5AD2}"/>
              </a:ext>
            </a:extLst>
          </p:cNvPr>
          <p:cNvSpPr txBox="1"/>
          <p:nvPr/>
        </p:nvSpPr>
        <p:spPr>
          <a:xfrm>
            <a:off x="6793529" y="3337379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6F69CE-3049-C4A4-44E2-D66F745345F7}"/>
              </a:ext>
            </a:extLst>
          </p:cNvPr>
          <p:cNvSpPr txBox="1"/>
          <p:nvPr/>
        </p:nvSpPr>
        <p:spPr>
          <a:xfrm>
            <a:off x="6793529" y="382095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D257DA-B529-BE56-4DB5-3AE4C28C6E8D}"/>
              </a:ext>
            </a:extLst>
          </p:cNvPr>
          <p:cNvSpPr txBox="1"/>
          <p:nvPr/>
        </p:nvSpPr>
        <p:spPr>
          <a:xfrm>
            <a:off x="6793529" y="4278155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7DDCFA-836A-E129-04F9-7692090EEFA5}"/>
              </a:ext>
            </a:extLst>
          </p:cNvPr>
          <p:cNvSpPr txBox="1"/>
          <p:nvPr/>
        </p:nvSpPr>
        <p:spPr>
          <a:xfrm>
            <a:off x="6793529" y="475293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1F78789-B412-DF50-B9DA-AAF9468278A1}"/>
              </a:ext>
            </a:extLst>
          </p:cNvPr>
          <p:cNvSpPr txBox="1"/>
          <p:nvPr/>
        </p:nvSpPr>
        <p:spPr>
          <a:xfrm>
            <a:off x="6793529" y="971170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6450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选择排序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6049110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6049110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6049110" y="4633542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6049112" y="3683972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6049110" y="4158761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6049110" y="835266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6049110" y="2734410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6049110" y="225962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6049108" y="3208107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4848957" y="2347545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A23625-514A-BD1B-8B17-E184DB03F234}"/>
              </a:ext>
            </a:extLst>
          </p:cNvPr>
          <p:cNvSpPr txBox="1"/>
          <p:nvPr/>
        </p:nvSpPr>
        <p:spPr>
          <a:xfrm>
            <a:off x="3130318" y="2272783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min_index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= 5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7E6D35-0179-85EA-DA20-7F256944C7FE}"/>
              </a:ext>
            </a:extLst>
          </p:cNvPr>
          <p:cNvSpPr txBox="1"/>
          <p:nvPr/>
        </p:nvSpPr>
        <p:spPr>
          <a:xfrm>
            <a:off x="6793529" y="1429451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D1E8B2-7C0D-046C-E195-19BA07BE67F3}"/>
              </a:ext>
            </a:extLst>
          </p:cNvPr>
          <p:cNvSpPr txBox="1"/>
          <p:nvPr/>
        </p:nvSpPr>
        <p:spPr>
          <a:xfrm>
            <a:off x="6793529" y="1877857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E4C07C2-C90A-82DC-4519-33574799831B}"/>
              </a:ext>
            </a:extLst>
          </p:cNvPr>
          <p:cNvSpPr txBox="1"/>
          <p:nvPr/>
        </p:nvSpPr>
        <p:spPr>
          <a:xfrm>
            <a:off x="6793529" y="2361433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258AD0-19D9-FC56-D975-1B5960353469}"/>
              </a:ext>
            </a:extLst>
          </p:cNvPr>
          <p:cNvSpPr txBox="1"/>
          <p:nvPr/>
        </p:nvSpPr>
        <p:spPr>
          <a:xfrm>
            <a:off x="6793529" y="2853804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0D681C-2B24-1DAE-2ECC-0DA0AFEE5AD2}"/>
              </a:ext>
            </a:extLst>
          </p:cNvPr>
          <p:cNvSpPr txBox="1"/>
          <p:nvPr/>
        </p:nvSpPr>
        <p:spPr>
          <a:xfrm>
            <a:off x="6793529" y="3337379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6F69CE-3049-C4A4-44E2-D66F745345F7}"/>
              </a:ext>
            </a:extLst>
          </p:cNvPr>
          <p:cNvSpPr txBox="1"/>
          <p:nvPr/>
        </p:nvSpPr>
        <p:spPr>
          <a:xfrm>
            <a:off x="6793529" y="382095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D257DA-B529-BE56-4DB5-3AE4C28C6E8D}"/>
              </a:ext>
            </a:extLst>
          </p:cNvPr>
          <p:cNvSpPr txBox="1"/>
          <p:nvPr/>
        </p:nvSpPr>
        <p:spPr>
          <a:xfrm>
            <a:off x="6793529" y="4278155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7DDCFA-836A-E129-04F9-7692090EEFA5}"/>
              </a:ext>
            </a:extLst>
          </p:cNvPr>
          <p:cNvSpPr txBox="1"/>
          <p:nvPr/>
        </p:nvSpPr>
        <p:spPr>
          <a:xfrm>
            <a:off x="6793529" y="475293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1F78789-B412-DF50-B9DA-AAF9468278A1}"/>
              </a:ext>
            </a:extLst>
          </p:cNvPr>
          <p:cNvSpPr txBox="1"/>
          <p:nvPr/>
        </p:nvSpPr>
        <p:spPr>
          <a:xfrm>
            <a:off x="6793529" y="971170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6999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选择排序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6049110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6049110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6049110" y="4633542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6049112" y="3683972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6049110" y="4158761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6049110" y="835266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6049110" y="2734410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6049110" y="225962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6049108" y="3208107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4848957" y="967153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A23625-514A-BD1B-8B17-E184DB03F234}"/>
              </a:ext>
            </a:extLst>
          </p:cNvPr>
          <p:cNvSpPr txBox="1"/>
          <p:nvPr/>
        </p:nvSpPr>
        <p:spPr>
          <a:xfrm>
            <a:off x="3130318" y="892391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min_index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= 5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7E6D35-0179-85EA-DA20-7F256944C7FE}"/>
              </a:ext>
            </a:extLst>
          </p:cNvPr>
          <p:cNvSpPr txBox="1"/>
          <p:nvPr/>
        </p:nvSpPr>
        <p:spPr>
          <a:xfrm>
            <a:off x="6793529" y="1429451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D1E8B2-7C0D-046C-E195-19BA07BE67F3}"/>
              </a:ext>
            </a:extLst>
          </p:cNvPr>
          <p:cNvSpPr txBox="1"/>
          <p:nvPr/>
        </p:nvSpPr>
        <p:spPr>
          <a:xfrm>
            <a:off x="6793529" y="1877857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E4C07C2-C90A-82DC-4519-33574799831B}"/>
              </a:ext>
            </a:extLst>
          </p:cNvPr>
          <p:cNvSpPr txBox="1"/>
          <p:nvPr/>
        </p:nvSpPr>
        <p:spPr>
          <a:xfrm>
            <a:off x="6793529" y="2361433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258AD0-19D9-FC56-D975-1B5960353469}"/>
              </a:ext>
            </a:extLst>
          </p:cNvPr>
          <p:cNvSpPr txBox="1"/>
          <p:nvPr/>
        </p:nvSpPr>
        <p:spPr>
          <a:xfrm>
            <a:off x="6793529" y="2853804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0D681C-2B24-1DAE-2ECC-0DA0AFEE5AD2}"/>
              </a:ext>
            </a:extLst>
          </p:cNvPr>
          <p:cNvSpPr txBox="1"/>
          <p:nvPr/>
        </p:nvSpPr>
        <p:spPr>
          <a:xfrm>
            <a:off x="6793529" y="3337379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6F69CE-3049-C4A4-44E2-D66F745345F7}"/>
              </a:ext>
            </a:extLst>
          </p:cNvPr>
          <p:cNvSpPr txBox="1"/>
          <p:nvPr/>
        </p:nvSpPr>
        <p:spPr>
          <a:xfrm>
            <a:off x="6793529" y="382095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D257DA-B529-BE56-4DB5-3AE4C28C6E8D}"/>
              </a:ext>
            </a:extLst>
          </p:cNvPr>
          <p:cNvSpPr txBox="1"/>
          <p:nvPr/>
        </p:nvSpPr>
        <p:spPr>
          <a:xfrm>
            <a:off x="6793529" y="4278155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7DDCFA-836A-E129-04F9-7692090EEFA5}"/>
              </a:ext>
            </a:extLst>
          </p:cNvPr>
          <p:cNvSpPr txBox="1"/>
          <p:nvPr/>
        </p:nvSpPr>
        <p:spPr>
          <a:xfrm>
            <a:off x="6793529" y="475293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1F78789-B412-DF50-B9DA-AAF9468278A1}"/>
              </a:ext>
            </a:extLst>
          </p:cNvPr>
          <p:cNvSpPr txBox="1"/>
          <p:nvPr/>
        </p:nvSpPr>
        <p:spPr>
          <a:xfrm>
            <a:off x="6793529" y="971170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00922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选择排序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6049110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6049110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6049110" y="4633542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6049112" y="3683972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6049110" y="4158761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6049110" y="835266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6049110" y="2734410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6049110" y="225962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6049108" y="3208107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4848957" y="967153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A23625-514A-BD1B-8B17-E184DB03F234}"/>
              </a:ext>
            </a:extLst>
          </p:cNvPr>
          <p:cNvSpPr txBox="1"/>
          <p:nvPr/>
        </p:nvSpPr>
        <p:spPr>
          <a:xfrm>
            <a:off x="3130318" y="892391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min_index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= 5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7E6D35-0179-85EA-DA20-7F256944C7FE}"/>
              </a:ext>
            </a:extLst>
          </p:cNvPr>
          <p:cNvSpPr txBox="1"/>
          <p:nvPr/>
        </p:nvSpPr>
        <p:spPr>
          <a:xfrm>
            <a:off x="6793529" y="1429451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D1E8B2-7C0D-046C-E195-19BA07BE67F3}"/>
              </a:ext>
            </a:extLst>
          </p:cNvPr>
          <p:cNvSpPr txBox="1"/>
          <p:nvPr/>
        </p:nvSpPr>
        <p:spPr>
          <a:xfrm>
            <a:off x="6793529" y="1877857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E4C07C2-C90A-82DC-4519-33574799831B}"/>
              </a:ext>
            </a:extLst>
          </p:cNvPr>
          <p:cNvSpPr txBox="1"/>
          <p:nvPr/>
        </p:nvSpPr>
        <p:spPr>
          <a:xfrm>
            <a:off x="6793529" y="2361433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258AD0-19D9-FC56-D975-1B5960353469}"/>
              </a:ext>
            </a:extLst>
          </p:cNvPr>
          <p:cNvSpPr txBox="1"/>
          <p:nvPr/>
        </p:nvSpPr>
        <p:spPr>
          <a:xfrm>
            <a:off x="6793529" y="2853804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0D681C-2B24-1DAE-2ECC-0DA0AFEE5AD2}"/>
              </a:ext>
            </a:extLst>
          </p:cNvPr>
          <p:cNvSpPr txBox="1"/>
          <p:nvPr/>
        </p:nvSpPr>
        <p:spPr>
          <a:xfrm>
            <a:off x="6793529" y="3337379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6F69CE-3049-C4A4-44E2-D66F745345F7}"/>
              </a:ext>
            </a:extLst>
          </p:cNvPr>
          <p:cNvSpPr txBox="1"/>
          <p:nvPr/>
        </p:nvSpPr>
        <p:spPr>
          <a:xfrm>
            <a:off x="6793529" y="382095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D257DA-B529-BE56-4DB5-3AE4C28C6E8D}"/>
              </a:ext>
            </a:extLst>
          </p:cNvPr>
          <p:cNvSpPr txBox="1"/>
          <p:nvPr/>
        </p:nvSpPr>
        <p:spPr>
          <a:xfrm>
            <a:off x="6793529" y="4278155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7DDCFA-836A-E129-04F9-7692090EEFA5}"/>
              </a:ext>
            </a:extLst>
          </p:cNvPr>
          <p:cNvSpPr txBox="1"/>
          <p:nvPr/>
        </p:nvSpPr>
        <p:spPr>
          <a:xfrm>
            <a:off x="6793529" y="475293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1F78789-B412-DF50-B9DA-AAF9468278A1}"/>
              </a:ext>
            </a:extLst>
          </p:cNvPr>
          <p:cNvSpPr txBox="1"/>
          <p:nvPr/>
        </p:nvSpPr>
        <p:spPr>
          <a:xfrm>
            <a:off x="6793529" y="971170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5643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选择排序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6049110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6049110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6049110" y="4633542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6049112" y="3683972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6049110" y="4158761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6049110" y="835266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6049110" y="2734410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6049110" y="225962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6049108" y="3208107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4848957" y="1916722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A23625-514A-BD1B-8B17-E184DB03F234}"/>
              </a:ext>
            </a:extLst>
          </p:cNvPr>
          <p:cNvSpPr txBox="1"/>
          <p:nvPr/>
        </p:nvSpPr>
        <p:spPr>
          <a:xfrm>
            <a:off x="3130318" y="1841960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min_index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= 6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7E6D35-0179-85EA-DA20-7F256944C7FE}"/>
              </a:ext>
            </a:extLst>
          </p:cNvPr>
          <p:cNvSpPr txBox="1"/>
          <p:nvPr/>
        </p:nvSpPr>
        <p:spPr>
          <a:xfrm>
            <a:off x="6793529" y="1429451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D1E8B2-7C0D-046C-E195-19BA07BE67F3}"/>
              </a:ext>
            </a:extLst>
          </p:cNvPr>
          <p:cNvSpPr txBox="1"/>
          <p:nvPr/>
        </p:nvSpPr>
        <p:spPr>
          <a:xfrm>
            <a:off x="6793529" y="1877857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E4C07C2-C90A-82DC-4519-33574799831B}"/>
              </a:ext>
            </a:extLst>
          </p:cNvPr>
          <p:cNvSpPr txBox="1"/>
          <p:nvPr/>
        </p:nvSpPr>
        <p:spPr>
          <a:xfrm>
            <a:off x="6793529" y="2361433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258AD0-19D9-FC56-D975-1B5960353469}"/>
              </a:ext>
            </a:extLst>
          </p:cNvPr>
          <p:cNvSpPr txBox="1"/>
          <p:nvPr/>
        </p:nvSpPr>
        <p:spPr>
          <a:xfrm>
            <a:off x="6793529" y="2853804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0D681C-2B24-1DAE-2ECC-0DA0AFEE5AD2}"/>
              </a:ext>
            </a:extLst>
          </p:cNvPr>
          <p:cNvSpPr txBox="1"/>
          <p:nvPr/>
        </p:nvSpPr>
        <p:spPr>
          <a:xfrm>
            <a:off x="6793529" y="3337379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6F69CE-3049-C4A4-44E2-D66F745345F7}"/>
              </a:ext>
            </a:extLst>
          </p:cNvPr>
          <p:cNvSpPr txBox="1"/>
          <p:nvPr/>
        </p:nvSpPr>
        <p:spPr>
          <a:xfrm>
            <a:off x="6793529" y="382095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D257DA-B529-BE56-4DB5-3AE4C28C6E8D}"/>
              </a:ext>
            </a:extLst>
          </p:cNvPr>
          <p:cNvSpPr txBox="1"/>
          <p:nvPr/>
        </p:nvSpPr>
        <p:spPr>
          <a:xfrm>
            <a:off x="6793529" y="4278155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7DDCFA-836A-E129-04F9-7692090EEFA5}"/>
              </a:ext>
            </a:extLst>
          </p:cNvPr>
          <p:cNvSpPr txBox="1"/>
          <p:nvPr/>
        </p:nvSpPr>
        <p:spPr>
          <a:xfrm>
            <a:off x="6793529" y="475293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1F78789-B412-DF50-B9DA-AAF9468278A1}"/>
              </a:ext>
            </a:extLst>
          </p:cNvPr>
          <p:cNvSpPr txBox="1"/>
          <p:nvPr/>
        </p:nvSpPr>
        <p:spPr>
          <a:xfrm>
            <a:off x="6793529" y="971170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9603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选择排序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6049110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6049110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6049110" y="4633542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6049112" y="3683972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6049110" y="4158761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6049110" y="835266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6049110" y="2734410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6049110" y="225962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6049108" y="3208107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4848957" y="1415557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A23625-514A-BD1B-8B17-E184DB03F234}"/>
              </a:ext>
            </a:extLst>
          </p:cNvPr>
          <p:cNvSpPr txBox="1"/>
          <p:nvPr/>
        </p:nvSpPr>
        <p:spPr>
          <a:xfrm>
            <a:off x="3130318" y="1340795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min_index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= 7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7E6D35-0179-85EA-DA20-7F256944C7FE}"/>
              </a:ext>
            </a:extLst>
          </p:cNvPr>
          <p:cNvSpPr txBox="1"/>
          <p:nvPr/>
        </p:nvSpPr>
        <p:spPr>
          <a:xfrm>
            <a:off x="6793529" y="1429451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D1E8B2-7C0D-046C-E195-19BA07BE67F3}"/>
              </a:ext>
            </a:extLst>
          </p:cNvPr>
          <p:cNvSpPr txBox="1"/>
          <p:nvPr/>
        </p:nvSpPr>
        <p:spPr>
          <a:xfrm>
            <a:off x="6793529" y="1877857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E4C07C2-C90A-82DC-4519-33574799831B}"/>
              </a:ext>
            </a:extLst>
          </p:cNvPr>
          <p:cNvSpPr txBox="1"/>
          <p:nvPr/>
        </p:nvSpPr>
        <p:spPr>
          <a:xfrm>
            <a:off x="6793529" y="2361433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258AD0-19D9-FC56-D975-1B5960353469}"/>
              </a:ext>
            </a:extLst>
          </p:cNvPr>
          <p:cNvSpPr txBox="1"/>
          <p:nvPr/>
        </p:nvSpPr>
        <p:spPr>
          <a:xfrm>
            <a:off x="6793529" y="2853804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0D681C-2B24-1DAE-2ECC-0DA0AFEE5AD2}"/>
              </a:ext>
            </a:extLst>
          </p:cNvPr>
          <p:cNvSpPr txBox="1"/>
          <p:nvPr/>
        </p:nvSpPr>
        <p:spPr>
          <a:xfrm>
            <a:off x="6793529" y="3337379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6F69CE-3049-C4A4-44E2-D66F745345F7}"/>
              </a:ext>
            </a:extLst>
          </p:cNvPr>
          <p:cNvSpPr txBox="1"/>
          <p:nvPr/>
        </p:nvSpPr>
        <p:spPr>
          <a:xfrm>
            <a:off x="6793529" y="382095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D257DA-B529-BE56-4DB5-3AE4C28C6E8D}"/>
              </a:ext>
            </a:extLst>
          </p:cNvPr>
          <p:cNvSpPr txBox="1"/>
          <p:nvPr/>
        </p:nvSpPr>
        <p:spPr>
          <a:xfrm>
            <a:off x="6793529" y="4278155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7DDCFA-836A-E129-04F9-7692090EEFA5}"/>
              </a:ext>
            </a:extLst>
          </p:cNvPr>
          <p:cNvSpPr txBox="1"/>
          <p:nvPr/>
        </p:nvSpPr>
        <p:spPr>
          <a:xfrm>
            <a:off x="6793529" y="475293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1F78789-B412-DF50-B9DA-AAF9468278A1}"/>
              </a:ext>
            </a:extLst>
          </p:cNvPr>
          <p:cNvSpPr txBox="1"/>
          <p:nvPr/>
        </p:nvSpPr>
        <p:spPr>
          <a:xfrm>
            <a:off x="6793529" y="971170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9392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选择排序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6049110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6049110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6049110" y="4633542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6049112" y="3683972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6049110" y="4158761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6049110" y="835266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6049110" y="2734410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6049110" y="225962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6049108" y="3208107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4848957" y="1002320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A23625-514A-BD1B-8B17-E184DB03F234}"/>
              </a:ext>
            </a:extLst>
          </p:cNvPr>
          <p:cNvSpPr txBox="1"/>
          <p:nvPr/>
        </p:nvSpPr>
        <p:spPr>
          <a:xfrm>
            <a:off x="3130318" y="927558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min_index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= 7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7E6D35-0179-85EA-DA20-7F256944C7FE}"/>
              </a:ext>
            </a:extLst>
          </p:cNvPr>
          <p:cNvSpPr txBox="1"/>
          <p:nvPr/>
        </p:nvSpPr>
        <p:spPr>
          <a:xfrm>
            <a:off x="6793529" y="1429451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D1E8B2-7C0D-046C-E195-19BA07BE67F3}"/>
              </a:ext>
            </a:extLst>
          </p:cNvPr>
          <p:cNvSpPr txBox="1"/>
          <p:nvPr/>
        </p:nvSpPr>
        <p:spPr>
          <a:xfrm>
            <a:off x="6793529" y="1877857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E4C07C2-C90A-82DC-4519-33574799831B}"/>
              </a:ext>
            </a:extLst>
          </p:cNvPr>
          <p:cNvSpPr txBox="1"/>
          <p:nvPr/>
        </p:nvSpPr>
        <p:spPr>
          <a:xfrm>
            <a:off x="6793529" y="2361433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258AD0-19D9-FC56-D975-1B5960353469}"/>
              </a:ext>
            </a:extLst>
          </p:cNvPr>
          <p:cNvSpPr txBox="1"/>
          <p:nvPr/>
        </p:nvSpPr>
        <p:spPr>
          <a:xfrm>
            <a:off x="6793529" y="2853804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0D681C-2B24-1DAE-2ECC-0DA0AFEE5AD2}"/>
              </a:ext>
            </a:extLst>
          </p:cNvPr>
          <p:cNvSpPr txBox="1"/>
          <p:nvPr/>
        </p:nvSpPr>
        <p:spPr>
          <a:xfrm>
            <a:off x="6793529" y="3337379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6F69CE-3049-C4A4-44E2-D66F745345F7}"/>
              </a:ext>
            </a:extLst>
          </p:cNvPr>
          <p:cNvSpPr txBox="1"/>
          <p:nvPr/>
        </p:nvSpPr>
        <p:spPr>
          <a:xfrm>
            <a:off x="6793529" y="382095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D257DA-B529-BE56-4DB5-3AE4C28C6E8D}"/>
              </a:ext>
            </a:extLst>
          </p:cNvPr>
          <p:cNvSpPr txBox="1"/>
          <p:nvPr/>
        </p:nvSpPr>
        <p:spPr>
          <a:xfrm>
            <a:off x="6793529" y="4278155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7DDCFA-836A-E129-04F9-7692090EEFA5}"/>
              </a:ext>
            </a:extLst>
          </p:cNvPr>
          <p:cNvSpPr txBox="1"/>
          <p:nvPr/>
        </p:nvSpPr>
        <p:spPr>
          <a:xfrm>
            <a:off x="6793529" y="475293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1F78789-B412-DF50-B9DA-AAF9468278A1}"/>
              </a:ext>
            </a:extLst>
          </p:cNvPr>
          <p:cNvSpPr txBox="1"/>
          <p:nvPr/>
        </p:nvSpPr>
        <p:spPr>
          <a:xfrm>
            <a:off x="6793529" y="971170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42427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选择排序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6049104" y="1784842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6049110" y="1310048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6049110" y="4633542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6049112" y="3683972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6049110" y="4158761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6049110" y="835266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6049110" y="2734410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6049110" y="225962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6049108" y="3208107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4848957" y="1002320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A23625-514A-BD1B-8B17-E184DB03F234}"/>
              </a:ext>
            </a:extLst>
          </p:cNvPr>
          <p:cNvSpPr txBox="1"/>
          <p:nvPr/>
        </p:nvSpPr>
        <p:spPr>
          <a:xfrm>
            <a:off x="3130318" y="927558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min_index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= 7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7E6D35-0179-85EA-DA20-7F256944C7FE}"/>
              </a:ext>
            </a:extLst>
          </p:cNvPr>
          <p:cNvSpPr txBox="1"/>
          <p:nvPr/>
        </p:nvSpPr>
        <p:spPr>
          <a:xfrm>
            <a:off x="6793529" y="1429451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D1E8B2-7C0D-046C-E195-19BA07BE67F3}"/>
              </a:ext>
            </a:extLst>
          </p:cNvPr>
          <p:cNvSpPr txBox="1"/>
          <p:nvPr/>
        </p:nvSpPr>
        <p:spPr>
          <a:xfrm>
            <a:off x="6793529" y="1877857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E4C07C2-C90A-82DC-4519-33574799831B}"/>
              </a:ext>
            </a:extLst>
          </p:cNvPr>
          <p:cNvSpPr txBox="1"/>
          <p:nvPr/>
        </p:nvSpPr>
        <p:spPr>
          <a:xfrm>
            <a:off x="6793529" y="2361433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258AD0-19D9-FC56-D975-1B5960353469}"/>
              </a:ext>
            </a:extLst>
          </p:cNvPr>
          <p:cNvSpPr txBox="1"/>
          <p:nvPr/>
        </p:nvSpPr>
        <p:spPr>
          <a:xfrm>
            <a:off x="6793529" y="2853804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0D681C-2B24-1DAE-2ECC-0DA0AFEE5AD2}"/>
              </a:ext>
            </a:extLst>
          </p:cNvPr>
          <p:cNvSpPr txBox="1"/>
          <p:nvPr/>
        </p:nvSpPr>
        <p:spPr>
          <a:xfrm>
            <a:off x="6793529" y="3337379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6F69CE-3049-C4A4-44E2-D66F745345F7}"/>
              </a:ext>
            </a:extLst>
          </p:cNvPr>
          <p:cNvSpPr txBox="1"/>
          <p:nvPr/>
        </p:nvSpPr>
        <p:spPr>
          <a:xfrm>
            <a:off x="6793529" y="382095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D257DA-B529-BE56-4DB5-3AE4C28C6E8D}"/>
              </a:ext>
            </a:extLst>
          </p:cNvPr>
          <p:cNvSpPr txBox="1"/>
          <p:nvPr/>
        </p:nvSpPr>
        <p:spPr>
          <a:xfrm>
            <a:off x="6793529" y="4278155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7DDCFA-836A-E129-04F9-7692090EEFA5}"/>
              </a:ext>
            </a:extLst>
          </p:cNvPr>
          <p:cNvSpPr txBox="1"/>
          <p:nvPr/>
        </p:nvSpPr>
        <p:spPr>
          <a:xfrm>
            <a:off x="6793529" y="475293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1F78789-B412-DF50-B9DA-AAF9468278A1}"/>
              </a:ext>
            </a:extLst>
          </p:cNvPr>
          <p:cNvSpPr txBox="1"/>
          <p:nvPr/>
        </p:nvSpPr>
        <p:spPr>
          <a:xfrm>
            <a:off x="6793529" y="971170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7633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选择排序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6049104" y="1784842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6049110" y="1310048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6049110" y="4633542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6049112" y="3683972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6049110" y="4158761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6049110" y="835266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6049110" y="2734410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6049110" y="225962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6049108" y="3208107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4848957" y="1424352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A23625-514A-BD1B-8B17-E184DB03F234}"/>
              </a:ext>
            </a:extLst>
          </p:cNvPr>
          <p:cNvSpPr txBox="1"/>
          <p:nvPr/>
        </p:nvSpPr>
        <p:spPr>
          <a:xfrm>
            <a:off x="3130318" y="1349590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min_index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= 7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7E6D35-0179-85EA-DA20-7F256944C7FE}"/>
              </a:ext>
            </a:extLst>
          </p:cNvPr>
          <p:cNvSpPr txBox="1"/>
          <p:nvPr/>
        </p:nvSpPr>
        <p:spPr>
          <a:xfrm>
            <a:off x="6793529" y="1429451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D1E8B2-7C0D-046C-E195-19BA07BE67F3}"/>
              </a:ext>
            </a:extLst>
          </p:cNvPr>
          <p:cNvSpPr txBox="1"/>
          <p:nvPr/>
        </p:nvSpPr>
        <p:spPr>
          <a:xfrm>
            <a:off x="6793529" y="1877857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E4C07C2-C90A-82DC-4519-33574799831B}"/>
              </a:ext>
            </a:extLst>
          </p:cNvPr>
          <p:cNvSpPr txBox="1"/>
          <p:nvPr/>
        </p:nvSpPr>
        <p:spPr>
          <a:xfrm>
            <a:off x="6793529" y="2361433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258AD0-19D9-FC56-D975-1B5960353469}"/>
              </a:ext>
            </a:extLst>
          </p:cNvPr>
          <p:cNvSpPr txBox="1"/>
          <p:nvPr/>
        </p:nvSpPr>
        <p:spPr>
          <a:xfrm>
            <a:off x="6793529" y="2853804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0D681C-2B24-1DAE-2ECC-0DA0AFEE5AD2}"/>
              </a:ext>
            </a:extLst>
          </p:cNvPr>
          <p:cNvSpPr txBox="1"/>
          <p:nvPr/>
        </p:nvSpPr>
        <p:spPr>
          <a:xfrm>
            <a:off x="6793529" y="3337379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6F69CE-3049-C4A4-44E2-D66F745345F7}"/>
              </a:ext>
            </a:extLst>
          </p:cNvPr>
          <p:cNvSpPr txBox="1"/>
          <p:nvPr/>
        </p:nvSpPr>
        <p:spPr>
          <a:xfrm>
            <a:off x="6793529" y="382095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D257DA-B529-BE56-4DB5-3AE4C28C6E8D}"/>
              </a:ext>
            </a:extLst>
          </p:cNvPr>
          <p:cNvSpPr txBox="1"/>
          <p:nvPr/>
        </p:nvSpPr>
        <p:spPr>
          <a:xfrm>
            <a:off x="6793529" y="4278155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7DDCFA-836A-E129-04F9-7692090EEFA5}"/>
              </a:ext>
            </a:extLst>
          </p:cNvPr>
          <p:cNvSpPr txBox="1"/>
          <p:nvPr/>
        </p:nvSpPr>
        <p:spPr>
          <a:xfrm>
            <a:off x="6793529" y="475293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1F78789-B412-DF50-B9DA-AAF9468278A1}"/>
              </a:ext>
            </a:extLst>
          </p:cNvPr>
          <p:cNvSpPr txBox="1"/>
          <p:nvPr/>
        </p:nvSpPr>
        <p:spPr>
          <a:xfrm>
            <a:off x="6793529" y="971170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39638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选择排序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6049104" y="1784842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6049110" y="1310048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6049110" y="4633542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6049112" y="3683972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6049110" y="4158761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6049110" y="835266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6049110" y="2734410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6049110" y="225962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6049108" y="3208107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4848957" y="967151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A23625-514A-BD1B-8B17-E184DB03F234}"/>
              </a:ext>
            </a:extLst>
          </p:cNvPr>
          <p:cNvSpPr txBox="1"/>
          <p:nvPr/>
        </p:nvSpPr>
        <p:spPr>
          <a:xfrm>
            <a:off x="3130318" y="892389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min_index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= 7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7E6D35-0179-85EA-DA20-7F256944C7FE}"/>
              </a:ext>
            </a:extLst>
          </p:cNvPr>
          <p:cNvSpPr txBox="1"/>
          <p:nvPr/>
        </p:nvSpPr>
        <p:spPr>
          <a:xfrm>
            <a:off x="6793529" y="1429451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D1E8B2-7C0D-046C-E195-19BA07BE67F3}"/>
              </a:ext>
            </a:extLst>
          </p:cNvPr>
          <p:cNvSpPr txBox="1"/>
          <p:nvPr/>
        </p:nvSpPr>
        <p:spPr>
          <a:xfrm>
            <a:off x="6793529" y="1877857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E4C07C2-C90A-82DC-4519-33574799831B}"/>
              </a:ext>
            </a:extLst>
          </p:cNvPr>
          <p:cNvSpPr txBox="1"/>
          <p:nvPr/>
        </p:nvSpPr>
        <p:spPr>
          <a:xfrm>
            <a:off x="6793529" y="2361433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258AD0-19D9-FC56-D975-1B5960353469}"/>
              </a:ext>
            </a:extLst>
          </p:cNvPr>
          <p:cNvSpPr txBox="1"/>
          <p:nvPr/>
        </p:nvSpPr>
        <p:spPr>
          <a:xfrm>
            <a:off x="6793529" y="2853804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0D681C-2B24-1DAE-2ECC-0DA0AFEE5AD2}"/>
              </a:ext>
            </a:extLst>
          </p:cNvPr>
          <p:cNvSpPr txBox="1"/>
          <p:nvPr/>
        </p:nvSpPr>
        <p:spPr>
          <a:xfrm>
            <a:off x="6793529" y="3337379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6F69CE-3049-C4A4-44E2-D66F745345F7}"/>
              </a:ext>
            </a:extLst>
          </p:cNvPr>
          <p:cNvSpPr txBox="1"/>
          <p:nvPr/>
        </p:nvSpPr>
        <p:spPr>
          <a:xfrm>
            <a:off x="6793529" y="382095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D257DA-B529-BE56-4DB5-3AE4C28C6E8D}"/>
              </a:ext>
            </a:extLst>
          </p:cNvPr>
          <p:cNvSpPr txBox="1"/>
          <p:nvPr/>
        </p:nvSpPr>
        <p:spPr>
          <a:xfrm>
            <a:off x="6793529" y="4278155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7DDCFA-836A-E129-04F9-7692090EEFA5}"/>
              </a:ext>
            </a:extLst>
          </p:cNvPr>
          <p:cNvSpPr txBox="1"/>
          <p:nvPr/>
        </p:nvSpPr>
        <p:spPr>
          <a:xfrm>
            <a:off x="6793529" y="475293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1F78789-B412-DF50-B9DA-AAF9468278A1}"/>
              </a:ext>
            </a:extLst>
          </p:cNvPr>
          <p:cNvSpPr txBox="1"/>
          <p:nvPr/>
        </p:nvSpPr>
        <p:spPr>
          <a:xfrm>
            <a:off x="6793529" y="971170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92590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选择排序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6049104" y="1784842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6049110" y="1310048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6049110" y="4633542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6049112" y="3683972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6049110" y="4158761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6049110" y="835266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6049110" y="2734410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6049110" y="225962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6049108" y="3208107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4848957" y="967151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A23625-514A-BD1B-8B17-E184DB03F234}"/>
              </a:ext>
            </a:extLst>
          </p:cNvPr>
          <p:cNvSpPr txBox="1"/>
          <p:nvPr/>
        </p:nvSpPr>
        <p:spPr>
          <a:xfrm>
            <a:off x="3130318" y="892389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min_index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= 7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7E6D35-0179-85EA-DA20-7F256944C7FE}"/>
              </a:ext>
            </a:extLst>
          </p:cNvPr>
          <p:cNvSpPr txBox="1"/>
          <p:nvPr/>
        </p:nvSpPr>
        <p:spPr>
          <a:xfrm>
            <a:off x="6793529" y="1429451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D1E8B2-7C0D-046C-E195-19BA07BE67F3}"/>
              </a:ext>
            </a:extLst>
          </p:cNvPr>
          <p:cNvSpPr txBox="1"/>
          <p:nvPr/>
        </p:nvSpPr>
        <p:spPr>
          <a:xfrm>
            <a:off x="6793529" y="1877857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E4C07C2-C90A-82DC-4519-33574799831B}"/>
              </a:ext>
            </a:extLst>
          </p:cNvPr>
          <p:cNvSpPr txBox="1"/>
          <p:nvPr/>
        </p:nvSpPr>
        <p:spPr>
          <a:xfrm>
            <a:off x="6793529" y="2361433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5258AD0-19D9-FC56-D975-1B5960353469}"/>
              </a:ext>
            </a:extLst>
          </p:cNvPr>
          <p:cNvSpPr txBox="1"/>
          <p:nvPr/>
        </p:nvSpPr>
        <p:spPr>
          <a:xfrm>
            <a:off x="6793529" y="2853804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0D681C-2B24-1DAE-2ECC-0DA0AFEE5AD2}"/>
              </a:ext>
            </a:extLst>
          </p:cNvPr>
          <p:cNvSpPr txBox="1"/>
          <p:nvPr/>
        </p:nvSpPr>
        <p:spPr>
          <a:xfrm>
            <a:off x="6793529" y="3337379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6F69CE-3049-C4A4-44E2-D66F745345F7}"/>
              </a:ext>
            </a:extLst>
          </p:cNvPr>
          <p:cNvSpPr txBox="1"/>
          <p:nvPr/>
        </p:nvSpPr>
        <p:spPr>
          <a:xfrm>
            <a:off x="6793529" y="382095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7D257DA-B529-BE56-4DB5-3AE4C28C6E8D}"/>
              </a:ext>
            </a:extLst>
          </p:cNvPr>
          <p:cNvSpPr txBox="1"/>
          <p:nvPr/>
        </p:nvSpPr>
        <p:spPr>
          <a:xfrm>
            <a:off x="6793529" y="4278155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7DDCFA-836A-E129-04F9-7692090EEFA5}"/>
              </a:ext>
            </a:extLst>
          </p:cNvPr>
          <p:cNvSpPr txBox="1"/>
          <p:nvPr/>
        </p:nvSpPr>
        <p:spPr>
          <a:xfrm>
            <a:off x="6793529" y="4752938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1F78789-B412-DF50-B9DA-AAF9468278A1}"/>
              </a:ext>
            </a:extLst>
          </p:cNvPr>
          <p:cNvSpPr txBox="1"/>
          <p:nvPr/>
        </p:nvSpPr>
        <p:spPr>
          <a:xfrm>
            <a:off x="6793529" y="971170"/>
            <a:ext cx="4454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zh-CN" altLang="en-US" sz="15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3883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1085</Words>
  <Application>Microsoft Office PowerPoint</Application>
  <PresentationFormat>宽屏</PresentationFormat>
  <Paragraphs>819</Paragraphs>
  <Slides>39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4" baseType="lpstr">
      <vt:lpstr>等线</vt:lpstr>
      <vt:lpstr>等线 Light</vt:lpstr>
      <vt:lpstr>黑体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xb21cn</dc:creator>
  <cp:lastModifiedBy>xb21cn</cp:lastModifiedBy>
  <cp:revision>20</cp:revision>
  <dcterms:created xsi:type="dcterms:W3CDTF">2022-05-15T03:10:24Z</dcterms:created>
  <dcterms:modified xsi:type="dcterms:W3CDTF">2022-05-15T07:28:14Z</dcterms:modified>
</cp:coreProperties>
</file>